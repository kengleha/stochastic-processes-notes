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7" r:id="rId3"/>
    <p:sldId id="273" r:id="rId4"/>
    <p:sldId id="286" r:id="rId5"/>
    <p:sldId id="285" r:id="rId6"/>
    <p:sldId id="274" r:id="rId7"/>
    <p:sldId id="259" r:id="rId8"/>
    <p:sldId id="269" r:id="rId9"/>
    <p:sldId id="266" r:id="rId10"/>
    <p:sldId id="281" r:id="rId11"/>
    <p:sldId id="267" r:id="rId12"/>
    <p:sldId id="268" r:id="rId13"/>
    <p:sldId id="270" r:id="rId14"/>
    <p:sldId id="260" r:id="rId15"/>
    <p:sldId id="261" r:id="rId16"/>
    <p:sldId id="258" r:id="rId17"/>
    <p:sldId id="264" r:id="rId18"/>
    <p:sldId id="280" r:id="rId19"/>
    <p:sldId id="265" r:id="rId20"/>
    <p:sldId id="262" r:id="rId21"/>
    <p:sldId id="278" r:id="rId22"/>
    <p:sldId id="263" r:id="rId23"/>
    <p:sldId id="283" r:id="rId24"/>
    <p:sldId id="284" r:id="rId25"/>
    <p:sldId id="282" r:id="rId26"/>
    <p:sldId id="257" r:id="rId27"/>
    <p:sldId id="271" r:id="rId28"/>
    <p:sldId id="272" r:id="rId29"/>
    <p:sldId id="279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5EA5D-0E60-0346-AD51-7D66B68BB2E0}" v="566" dt="2024-03-05T18:26:37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51"/>
    <p:restoredTop sz="94700"/>
  </p:normalViewPr>
  <p:slideViewPr>
    <p:cSldViewPr snapToGrid="0">
      <p:cViewPr varScale="1">
        <p:scale>
          <a:sx n="141" d="100"/>
          <a:sy n="141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Englehart" userId="60bfdd56-b43c-4fbd-a834-96ba8e0139fb" providerId="ADAL" clId="{086F63D6-B251-CC49-BB34-B29996CD517A}"/>
    <pc:docChg chg="undo redo custSel addSld modSld">
      <pc:chgData name="Kevin Englehart" userId="60bfdd56-b43c-4fbd-a834-96ba8e0139fb" providerId="ADAL" clId="{086F63D6-B251-CC49-BB34-B29996CD517A}" dt="2023-10-26T18:20:48.161" v="1779" actId="20577"/>
      <pc:docMkLst>
        <pc:docMk/>
      </pc:docMkLst>
      <pc:sldChg chg="addSp delSp modSp new mod">
        <pc:chgData name="Kevin Englehart" userId="60bfdd56-b43c-4fbd-a834-96ba8e0139fb" providerId="ADAL" clId="{086F63D6-B251-CC49-BB34-B29996CD517A}" dt="2023-09-25T19:26:20.227" v="203" actId="1076"/>
        <pc:sldMkLst>
          <pc:docMk/>
          <pc:sldMk cId="836487233" sldId="261"/>
        </pc:sldMkLst>
        <pc:spChg chg="add mod">
          <ac:chgData name="Kevin Englehart" userId="60bfdd56-b43c-4fbd-a834-96ba8e0139fb" providerId="ADAL" clId="{086F63D6-B251-CC49-BB34-B29996CD517A}" dt="2023-09-25T19:18:29.024" v="40" actId="1076"/>
          <ac:spMkLst>
            <pc:docMk/>
            <pc:sldMk cId="836487233" sldId="261"/>
            <ac:spMk id="4" creationId="{72F8226B-7E94-6EA4-5C05-AC440CBA0FCA}"/>
          </ac:spMkLst>
        </pc:spChg>
        <pc:spChg chg="add mod">
          <ac:chgData name="Kevin Englehart" userId="60bfdd56-b43c-4fbd-a834-96ba8e0139fb" providerId="ADAL" clId="{086F63D6-B251-CC49-BB34-B29996CD517A}" dt="2023-09-25T19:18:39.167" v="42"/>
          <ac:spMkLst>
            <pc:docMk/>
            <pc:sldMk cId="836487233" sldId="261"/>
            <ac:spMk id="5" creationId="{DA7BD10C-E39C-14C5-A2EC-88E2AB27AE28}"/>
          </ac:spMkLst>
        </pc:spChg>
        <pc:spChg chg="add mod">
          <ac:chgData name="Kevin Englehart" userId="60bfdd56-b43c-4fbd-a834-96ba8e0139fb" providerId="ADAL" clId="{086F63D6-B251-CC49-BB34-B29996CD517A}" dt="2023-09-25T19:25:59.504" v="189" actId="1076"/>
          <ac:spMkLst>
            <pc:docMk/>
            <pc:sldMk cId="836487233" sldId="261"/>
            <ac:spMk id="10" creationId="{EE8FEC9C-EAE7-6B51-D490-4770053AC692}"/>
          </ac:spMkLst>
        </pc:spChg>
        <pc:spChg chg="add del mod">
          <ac:chgData name="Kevin Englehart" userId="60bfdd56-b43c-4fbd-a834-96ba8e0139fb" providerId="ADAL" clId="{086F63D6-B251-CC49-BB34-B29996CD517A}" dt="2023-09-25T19:22:02.125" v="101" actId="478"/>
          <ac:spMkLst>
            <pc:docMk/>
            <pc:sldMk cId="836487233" sldId="261"/>
            <ac:spMk id="12" creationId="{AF90FE95-39BA-A4DC-1B60-3C24DECD3BB0}"/>
          </ac:spMkLst>
        </pc:spChg>
        <pc:spChg chg="add del mod">
          <ac:chgData name="Kevin Englehart" userId="60bfdd56-b43c-4fbd-a834-96ba8e0139fb" providerId="ADAL" clId="{086F63D6-B251-CC49-BB34-B29996CD517A}" dt="2023-09-25T19:24:04.479" v="166" actId="478"/>
          <ac:spMkLst>
            <pc:docMk/>
            <pc:sldMk cId="836487233" sldId="261"/>
            <ac:spMk id="14" creationId="{6AD37E03-2E67-1463-6692-9607E03F26C2}"/>
          </ac:spMkLst>
        </pc:spChg>
        <pc:spChg chg="add del mod">
          <ac:chgData name="Kevin Englehart" userId="60bfdd56-b43c-4fbd-a834-96ba8e0139fb" providerId="ADAL" clId="{086F63D6-B251-CC49-BB34-B29996CD517A}" dt="2023-09-25T19:24:29.038" v="175" actId="478"/>
          <ac:spMkLst>
            <pc:docMk/>
            <pc:sldMk cId="836487233" sldId="261"/>
            <ac:spMk id="15" creationId="{E3319C55-F0CB-E399-4E5E-BF118ECB4A86}"/>
          </ac:spMkLst>
        </pc:spChg>
        <pc:spChg chg="add del mod">
          <ac:chgData name="Kevin Englehart" userId="60bfdd56-b43c-4fbd-a834-96ba8e0139fb" providerId="ADAL" clId="{086F63D6-B251-CC49-BB34-B29996CD517A}" dt="2023-09-25T19:24:26.844" v="173" actId="478"/>
          <ac:spMkLst>
            <pc:docMk/>
            <pc:sldMk cId="836487233" sldId="261"/>
            <ac:spMk id="17" creationId="{55078990-F834-9CFF-2FFD-FA7480150C37}"/>
          </ac:spMkLst>
        </pc:spChg>
        <pc:spChg chg="add del mod">
          <ac:chgData name="Kevin Englehart" userId="60bfdd56-b43c-4fbd-a834-96ba8e0139fb" providerId="ADAL" clId="{086F63D6-B251-CC49-BB34-B29996CD517A}" dt="2023-09-25T19:23:59.940" v="165" actId="478"/>
          <ac:spMkLst>
            <pc:docMk/>
            <pc:sldMk cId="836487233" sldId="261"/>
            <ac:spMk id="18" creationId="{FA1F64F2-1D47-2C56-74B3-241E28131386}"/>
          </ac:spMkLst>
        </pc:spChg>
        <pc:spChg chg="add mod">
          <ac:chgData name="Kevin Englehart" userId="60bfdd56-b43c-4fbd-a834-96ba8e0139fb" providerId="ADAL" clId="{086F63D6-B251-CC49-BB34-B29996CD517A}" dt="2023-09-25T19:25:55.357" v="188" actId="1076"/>
          <ac:spMkLst>
            <pc:docMk/>
            <pc:sldMk cId="836487233" sldId="261"/>
            <ac:spMk id="29" creationId="{BF393FE8-F027-D630-F0D3-78B921995964}"/>
          </ac:spMkLst>
        </pc:spChg>
        <pc:spChg chg="add mod">
          <ac:chgData name="Kevin Englehart" userId="60bfdd56-b43c-4fbd-a834-96ba8e0139fb" providerId="ADAL" clId="{086F63D6-B251-CC49-BB34-B29996CD517A}" dt="2023-09-25T19:23:50.226" v="164" actId="1076"/>
          <ac:spMkLst>
            <pc:docMk/>
            <pc:sldMk cId="836487233" sldId="261"/>
            <ac:spMk id="30" creationId="{CFB000C4-80B8-BB15-95D6-309A52AD68D7}"/>
          </ac:spMkLst>
        </pc:spChg>
        <pc:spChg chg="add del">
          <ac:chgData name="Kevin Englehart" userId="60bfdd56-b43c-4fbd-a834-96ba8e0139fb" providerId="ADAL" clId="{086F63D6-B251-CC49-BB34-B29996CD517A}" dt="2023-09-25T19:25:13.532" v="180" actId="478"/>
          <ac:spMkLst>
            <pc:docMk/>
            <pc:sldMk cId="836487233" sldId="261"/>
            <ac:spMk id="34" creationId="{FC5F46E9-AC5E-5BBE-98B3-579397B3581A}"/>
          </ac:spMkLst>
        </pc:spChg>
        <pc:spChg chg="add mod">
          <ac:chgData name="Kevin Englehart" userId="60bfdd56-b43c-4fbd-a834-96ba8e0139fb" providerId="ADAL" clId="{086F63D6-B251-CC49-BB34-B29996CD517A}" dt="2023-09-25T19:26:20.227" v="203" actId="1076"/>
          <ac:spMkLst>
            <pc:docMk/>
            <pc:sldMk cId="836487233" sldId="261"/>
            <ac:spMk id="36" creationId="{89182CF0-6260-D236-5C54-9F11B10DE2F2}"/>
          </ac:spMkLst>
        </pc:spChg>
        <pc:inkChg chg="add del mod">
          <ac:chgData name="Kevin Englehart" userId="60bfdd56-b43c-4fbd-a834-96ba8e0139fb" providerId="ADAL" clId="{086F63D6-B251-CC49-BB34-B29996CD517A}" dt="2023-09-25T19:17:14.776" v="5" actId="478"/>
          <ac:inkMkLst>
            <pc:docMk/>
            <pc:sldMk cId="836487233" sldId="261"/>
            <ac:inkMk id="6" creationId="{F3C80139-0926-6D3D-9D45-340D567793E0}"/>
          </ac:inkMkLst>
        </pc:inkChg>
        <pc:inkChg chg="add del mod">
          <ac:chgData name="Kevin Englehart" userId="60bfdd56-b43c-4fbd-a834-96ba8e0139fb" providerId="ADAL" clId="{086F63D6-B251-CC49-BB34-B29996CD517A}" dt="2023-09-25T19:17:13.745" v="4" actId="478"/>
          <ac:inkMkLst>
            <pc:docMk/>
            <pc:sldMk cId="836487233" sldId="261"/>
            <ac:inkMk id="7" creationId="{2DBB0F34-FD5A-6C46-F401-5B36B8F5A3C2}"/>
          </ac:inkMkLst>
        </pc:inkChg>
        <pc:inkChg chg="add del mod">
          <ac:chgData name="Kevin Englehart" userId="60bfdd56-b43c-4fbd-a834-96ba8e0139fb" providerId="ADAL" clId="{086F63D6-B251-CC49-BB34-B29996CD517A}" dt="2023-09-25T19:17:12.846" v="3" actId="478"/>
          <ac:inkMkLst>
            <pc:docMk/>
            <pc:sldMk cId="836487233" sldId="261"/>
            <ac:inkMk id="8" creationId="{769155BF-D118-0621-FE5B-E6605F3102D4}"/>
          </ac:inkMkLst>
        </pc:inkChg>
        <pc:inkChg chg="add del mod">
          <ac:chgData name="Kevin Englehart" userId="60bfdd56-b43c-4fbd-a834-96ba8e0139fb" providerId="ADAL" clId="{086F63D6-B251-CC49-BB34-B29996CD517A}" dt="2023-09-25T19:17:09.834" v="2" actId="478"/>
          <ac:inkMkLst>
            <pc:docMk/>
            <pc:sldMk cId="836487233" sldId="261"/>
            <ac:inkMk id="9" creationId="{444D20A5-E211-C7F4-D919-1056A031A147}"/>
          </ac:inkMkLst>
        </pc:inkChg>
        <pc:inkChg chg="add del">
          <ac:chgData name="Kevin Englehart" userId="60bfdd56-b43c-4fbd-a834-96ba8e0139fb" providerId="ADAL" clId="{086F63D6-B251-CC49-BB34-B29996CD517A}" dt="2023-09-25T19:18:56.008" v="44" actId="9405"/>
          <ac:inkMkLst>
            <pc:docMk/>
            <pc:sldMk cId="836487233" sldId="261"/>
            <ac:inkMk id="19" creationId="{47977AEF-8B97-210A-F291-A39EFD18D7A6}"/>
          </ac:inkMkLst>
        </pc:inkChg>
        <pc:inkChg chg="add del">
          <ac:chgData name="Kevin Englehart" userId="60bfdd56-b43c-4fbd-a834-96ba8e0139fb" providerId="ADAL" clId="{086F63D6-B251-CC49-BB34-B29996CD517A}" dt="2023-09-25T19:19:13.850" v="46" actId="9405"/>
          <ac:inkMkLst>
            <pc:docMk/>
            <pc:sldMk cId="836487233" sldId="261"/>
            <ac:inkMk id="20" creationId="{F5A40066-45DB-7F03-D9B9-C7E91E94D6FA}"/>
          </ac:inkMkLst>
        </pc:inkChg>
        <pc:inkChg chg="add">
          <ac:chgData name="Kevin Englehart" userId="60bfdd56-b43c-4fbd-a834-96ba8e0139fb" providerId="ADAL" clId="{086F63D6-B251-CC49-BB34-B29996CD517A}" dt="2023-09-25T19:19:23.343" v="47" actId="9405"/>
          <ac:inkMkLst>
            <pc:docMk/>
            <pc:sldMk cId="836487233" sldId="261"/>
            <ac:inkMk id="21" creationId="{AE8C17D7-03A4-575A-9D0E-A8F2F6DA36DF}"/>
          </ac:inkMkLst>
        </pc:inkChg>
        <pc:inkChg chg="add del">
          <ac:chgData name="Kevin Englehart" userId="60bfdd56-b43c-4fbd-a834-96ba8e0139fb" providerId="ADAL" clId="{086F63D6-B251-CC49-BB34-B29996CD517A}" dt="2023-09-25T19:24:17.687" v="170" actId="478"/>
          <ac:inkMkLst>
            <pc:docMk/>
            <pc:sldMk cId="836487233" sldId="261"/>
            <ac:inkMk id="22" creationId="{E332E73C-C194-32FD-51EA-95B265E76516}"/>
          </ac:inkMkLst>
        </pc:inkChg>
        <pc:inkChg chg="add del">
          <ac:chgData name="Kevin Englehart" userId="60bfdd56-b43c-4fbd-a834-96ba8e0139fb" providerId="ADAL" clId="{086F63D6-B251-CC49-BB34-B29996CD517A}" dt="2023-09-25T19:24:19.081" v="171" actId="478"/>
          <ac:inkMkLst>
            <pc:docMk/>
            <pc:sldMk cId="836487233" sldId="261"/>
            <ac:inkMk id="23" creationId="{C9BADE60-158B-7A1B-1DB0-A0F8320F5695}"/>
          </ac:inkMkLst>
        </pc:inkChg>
        <pc:inkChg chg="add del">
          <ac:chgData name="Kevin Englehart" userId="60bfdd56-b43c-4fbd-a834-96ba8e0139fb" providerId="ADAL" clId="{086F63D6-B251-CC49-BB34-B29996CD517A}" dt="2023-09-25T19:24:16.406" v="169" actId="478"/>
          <ac:inkMkLst>
            <pc:docMk/>
            <pc:sldMk cId="836487233" sldId="261"/>
            <ac:inkMk id="24" creationId="{496377B3-A5D4-AE10-FAA5-4EF8DBAF9862}"/>
          </ac:inkMkLst>
        </pc:inkChg>
        <pc:inkChg chg="add del">
          <ac:chgData name="Kevin Englehart" userId="60bfdd56-b43c-4fbd-a834-96ba8e0139fb" providerId="ADAL" clId="{086F63D6-B251-CC49-BB34-B29996CD517A}" dt="2023-09-25T19:24:15.368" v="168" actId="478"/>
          <ac:inkMkLst>
            <pc:docMk/>
            <pc:sldMk cId="836487233" sldId="261"/>
            <ac:inkMk id="25" creationId="{8AD7B2F7-4A6D-8460-66F1-7D442022A522}"/>
          </ac:inkMkLst>
        </pc:inkChg>
        <pc:inkChg chg="add del">
          <ac:chgData name="Kevin Englehart" userId="60bfdd56-b43c-4fbd-a834-96ba8e0139fb" providerId="ADAL" clId="{086F63D6-B251-CC49-BB34-B29996CD517A}" dt="2023-09-25T19:24:13.995" v="167" actId="478"/>
          <ac:inkMkLst>
            <pc:docMk/>
            <pc:sldMk cId="836487233" sldId="261"/>
            <ac:inkMk id="26" creationId="{03632F00-A0A5-FE26-14C7-99FED0E07C7F}"/>
          </ac:inkMkLst>
        </pc:inkChg>
        <pc:inkChg chg="add">
          <ac:chgData name="Kevin Englehart" userId="60bfdd56-b43c-4fbd-a834-96ba8e0139fb" providerId="ADAL" clId="{086F63D6-B251-CC49-BB34-B29996CD517A}" dt="2023-09-25T19:24:46.960" v="177" actId="9405"/>
          <ac:inkMkLst>
            <pc:docMk/>
            <pc:sldMk cId="836487233" sldId="261"/>
            <ac:inkMk id="32" creationId="{8D81AAAA-ADD9-7B15-7441-1EE504C4F3F7}"/>
          </ac:inkMkLst>
        </pc:inkChg>
        <pc:inkChg chg="add">
          <ac:chgData name="Kevin Englehart" userId="60bfdd56-b43c-4fbd-a834-96ba8e0139fb" providerId="ADAL" clId="{086F63D6-B251-CC49-BB34-B29996CD517A}" dt="2023-09-25T19:25:01.626" v="178" actId="9405"/>
          <ac:inkMkLst>
            <pc:docMk/>
            <pc:sldMk cId="836487233" sldId="261"/>
            <ac:inkMk id="33" creationId="{76FE2039-A388-BB37-2D6A-5020F86A1290}"/>
          </ac:inkMkLst>
        </pc:inkChg>
        <pc:cxnChg chg="add mod">
          <ac:chgData name="Kevin Englehart" userId="60bfdd56-b43c-4fbd-a834-96ba8e0139fb" providerId="ADAL" clId="{086F63D6-B251-CC49-BB34-B29996CD517A}" dt="2023-09-25T19:17:05.468" v="1"/>
          <ac:cxnSpMkLst>
            <pc:docMk/>
            <pc:sldMk cId="836487233" sldId="261"/>
            <ac:cxnSpMk id="2" creationId="{3CD300F1-71C2-2786-FAA6-39C1275D9119}"/>
          </ac:cxnSpMkLst>
        </pc:cxnChg>
        <pc:cxnChg chg="add mod">
          <ac:chgData name="Kevin Englehart" userId="60bfdd56-b43c-4fbd-a834-96ba8e0139fb" providerId="ADAL" clId="{086F63D6-B251-CC49-BB34-B29996CD517A}" dt="2023-09-25T19:17:05.468" v="1"/>
          <ac:cxnSpMkLst>
            <pc:docMk/>
            <pc:sldMk cId="836487233" sldId="261"/>
            <ac:cxnSpMk id="3" creationId="{212FB330-630D-2CDC-713E-98CC2E213FB5}"/>
          </ac:cxnSpMkLst>
        </pc:cxnChg>
        <pc:cxnChg chg="add mod">
          <ac:chgData name="Kevin Englehart" userId="60bfdd56-b43c-4fbd-a834-96ba8e0139fb" providerId="ADAL" clId="{086F63D6-B251-CC49-BB34-B29996CD517A}" dt="2023-09-25T19:25:59.504" v="189" actId="1076"/>
          <ac:cxnSpMkLst>
            <pc:docMk/>
            <pc:sldMk cId="836487233" sldId="261"/>
            <ac:cxnSpMk id="11" creationId="{5347605A-B604-363F-C34C-66D9D2233D5C}"/>
          </ac:cxnSpMkLst>
        </pc:cxnChg>
        <pc:cxnChg chg="add mod">
          <ac:chgData name="Kevin Englehart" userId="60bfdd56-b43c-4fbd-a834-96ba8e0139fb" providerId="ADAL" clId="{086F63D6-B251-CC49-BB34-B29996CD517A}" dt="2023-09-25T19:25:53.151" v="187" actId="1076"/>
          <ac:cxnSpMkLst>
            <pc:docMk/>
            <pc:sldMk cId="836487233" sldId="261"/>
            <ac:cxnSpMk id="13" creationId="{D0B6945F-DE71-670F-04F3-CB2B6EBDA8B4}"/>
          </ac:cxnSpMkLst>
        </pc:cxnChg>
        <pc:cxnChg chg="add del mod">
          <ac:chgData name="Kevin Englehart" userId="60bfdd56-b43c-4fbd-a834-96ba8e0139fb" providerId="ADAL" clId="{086F63D6-B251-CC49-BB34-B29996CD517A}" dt="2023-09-25T19:24:30.111" v="176" actId="478"/>
          <ac:cxnSpMkLst>
            <pc:docMk/>
            <pc:sldMk cId="836487233" sldId="261"/>
            <ac:cxnSpMk id="16" creationId="{4494B77E-96E5-611A-E847-119DD8FBAFBF}"/>
          </ac:cxnSpMkLst>
        </pc:cxnChg>
        <pc:cxnChg chg="add del">
          <ac:chgData name="Kevin Englehart" userId="60bfdd56-b43c-4fbd-a834-96ba8e0139fb" providerId="ADAL" clId="{086F63D6-B251-CC49-BB34-B29996CD517A}" dt="2023-09-25T19:20:16.645" v="54" actId="478"/>
          <ac:cxnSpMkLst>
            <pc:docMk/>
            <pc:sldMk cId="836487233" sldId="261"/>
            <ac:cxnSpMk id="28" creationId="{32E244DE-968A-9030-0DE1-23EF28830D21}"/>
          </ac:cxnSpMkLst>
        </pc:cxnChg>
        <pc:cxnChg chg="add mod">
          <ac:chgData name="Kevin Englehart" userId="60bfdd56-b43c-4fbd-a834-96ba8e0139fb" providerId="ADAL" clId="{086F63D6-B251-CC49-BB34-B29996CD517A}" dt="2023-09-25T19:23:50.226" v="164" actId="1076"/>
          <ac:cxnSpMkLst>
            <pc:docMk/>
            <pc:sldMk cId="836487233" sldId="261"/>
            <ac:cxnSpMk id="31" creationId="{1E81DB87-74F8-CFA0-6886-0F23F3CBA4D9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8T17:10:39.242" v="970" actId="1076"/>
        <pc:sldMkLst>
          <pc:docMk/>
          <pc:sldMk cId="358756062" sldId="262"/>
        </pc:sldMkLst>
        <pc:spChg chg="add mod">
          <ac:chgData name="Kevin Englehart" userId="60bfdd56-b43c-4fbd-a834-96ba8e0139fb" providerId="ADAL" clId="{086F63D6-B251-CC49-BB34-B29996CD517A}" dt="2023-09-28T17:08:13.691" v="911" actId="207"/>
          <ac:spMkLst>
            <pc:docMk/>
            <pc:sldMk cId="358756062" sldId="262"/>
            <ac:spMk id="2" creationId="{6AE5580C-90DA-3752-02FA-24C8B881878D}"/>
          </ac:spMkLst>
        </pc:spChg>
        <pc:spChg chg="add mod">
          <ac:chgData name="Kevin Englehart" userId="60bfdd56-b43c-4fbd-a834-96ba8e0139fb" providerId="ADAL" clId="{086F63D6-B251-CC49-BB34-B29996CD517A}" dt="2023-09-26T19:19:39.683" v="237" actId="1076"/>
          <ac:spMkLst>
            <pc:docMk/>
            <pc:sldMk cId="358756062" sldId="262"/>
            <ac:spMk id="5" creationId="{39C94B22-870D-A144-9062-074B3685DC43}"/>
          </ac:spMkLst>
        </pc:spChg>
        <pc:spChg chg="add mod">
          <ac:chgData name="Kevin Englehart" userId="60bfdd56-b43c-4fbd-a834-96ba8e0139fb" providerId="ADAL" clId="{086F63D6-B251-CC49-BB34-B29996CD517A}" dt="2023-09-26T19:29:49.383" v="287" actId="1076"/>
          <ac:spMkLst>
            <pc:docMk/>
            <pc:sldMk cId="358756062" sldId="262"/>
            <ac:spMk id="7" creationId="{B611AB4A-E0B2-A626-DDC8-893468A680D5}"/>
          </ac:spMkLst>
        </pc:spChg>
        <pc:spChg chg="add mod">
          <ac:chgData name="Kevin Englehart" userId="60bfdd56-b43c-4fbd-a834-96ba8e0139fb" providerId="ADAL" clId="{086F63D6-B251-CC49-BB34-B29996CD517A}" dt="2023-09-26T19:19:39.683" v="237" actId="1076"/>
          <ac:spMkLst>
            <pc:docMk/>
            <pc:sldMk cId="358756062" sldId="262"/>
            <ac:spMk id="8" creationId="{BA614C72-4B21-927C-CC6F-389D11240055}"/>
          </ac:spMkLst>
        </pc:spChg>
        <pc:spChg chg="add del mod">
          <ac:chgData name="Kevin Englehart" userId="60bfdd56-b43c-4fbd-a834-96ba8e0139fb" providerId="ADAL" clId="{086F63D6-B251-CC49-BB34-B29996CD517A}" dt="2023-09-26T19:21:05.780" v="244" actId="478"/>
          <ac:spMkLst>
            <pc:docMk/>
            <pc:sldMk cId="358756062" sldId="262"/>
            <ac:spMk id="9" creationId="{E9195DBC-1CA9-17D1-4CF4-A879455D5E52}"/>
          </ac:spMkLst>
        </pc:spChg>
        <pc:spChg chg="add del mod">
          <ac:chgData name="Kevin Englehart" userId="60bfdd56-b43c-4fbd-a834-96ba8e0139fb" providerId="ADAL" clId="{086F63D6-B251-CC49-BB34-B29996CD517A}" dt="2023-09-26T19:21:10.823" v="246" actId="478"/>
          <ac:spMkLst>
            <pc:docMk/>
            <pc:sldMk cId="358756062" sldId="262"/>
            <ac:spMk id="10" creationId="{8275764C-4392-19BB-AB5B-187AAF3DE967}"/>
          </ac:spMkLst>
        </pc:spChg>
        <pc:spChg chg="add mod">
          <ac:chgData name="Kevin Englehart" userId="60bfdd56-b43c-4fbd-a834-96ba8e0139fb" providerId="ADAL" clId="{086F63D6-B251-CC49-BB34-B29996CD517A}" dt="2023-09-28T17:09:31.357" v="934" actId="1076"/>
          <ac:spMkLst>
            <pc:docMk/>
            <pc:sldMk cId="358756062" sldId="262"/>
            <ac:spMk id="12" creationId="{988DC8D4-4347-6D38-AB6A-2E86E8E4132C}"/>
          </ac:spMkLst>
        </pc:spChg>
        <pc:spChg chg="add mod">
          <ac:chgData name="Kevin Englehart" userId="60bfdd56-b43c-4fbd-a834-96ba8e0139fb" providerId="ADAL" clId="{086F63D6-B251-CC49-BB34-B29996CD517A}" dt="2023-09-28T17:10:03.871" v="940" actId="1076"/>
          <ac:spMkLst>
            <pc:docMk/>
            <pc:sldMk cId="358756062" sldId="262"/>
            <ac:spMk id="13" creationId="{CE845CA4-E44E-FEEA-1341-054FF0B04521}"/>
          </ac:spMkLst>
        </pc:spChg>
        <pc:spChg chg="add mod">
          <ac:chgData name="Kevin Englehart" userId="60bfdd56-b43c-4fbd-a834-96ba8e0139fb" providerId="ADAL" clId="{086F63D6-B251-CC49-BB34-B29996CD517A}" dt="2023-09-26T19:31:45" v="347" actId="1076"/>
          <ac:spMkLst>
            <pc:docMk/>
            <pc:sldMk cId="358756062" sldId="262"/>
            <ac:spMk id="19" creationId="{4B900B27-30C9-3CAF-6B42-32A11BC447D8}"/>
          </ac:spMkLst>
        </pc:spChg>
        <pc:spChg chg="add mod">
          <ac:chgData name="Kevin Englehart" userId="60bfdd56-b43c-4fbd-a834-96ba8e0139fb" providerId="ADAL" clId="{086F63D6-B251-CC49-BB34-B29996CD517A}" dt="2023-09-28T17:10:39.242" v="970" actId="1076"/>
          <ac:spMkLst>
            <pc:docMk/>
            <pc:sldMk cId="358756062" sldId="262"/>
            <ac:spMk id="21" creationId="{D5C33623-776A-8A40-EA7C-0B27E9201526}"/>
          </ac:spMkLst>
        </pc:spChg>
        <pc:picChg chg="add del mod">
          <ac:chgData name="Kevin Englehart" userId="60bfdd56-b43c-4fbd-a834-96ba8e0139fb" providerId="ADAL" clId="{086F63D6-B251-CC49-BB34-B29996CD517A}" dt="2023-09-26T19:20:54.602" v="241" actId="478"/>
          <ac:picMkLst>
            <pc:docMk/>
            <pc:sldMk cId="358756062" sldId="262"/>
            <ac:picMk id="2" creationId="{45A366F8-1948-D5EE-B06D-87FF8349B116}"/>
          </ac:picMkLst>
        </pc:picChg>
        <pc:picChg chg="add mod">
          <ac:chgData name="Kevin Englehart" userId="60bfdd56-b43c-4fbd-a834-96ba8e0139fb" providerId="ADAL" clId="{086F63D6-B251-CC49-BB34-B29996CD517A}" dt="2023-09-26T19:28:55.414" v="280"/>
          <ac:picMkLst>
            <pc:docMk/>
            <pc:sldMk cId="358756062" sldId="262"/>
            <ac:picMk id="3" creationId="{F36F33D4-DAD7-9E85-C7D1-D514CE4E5735}"/>
          </ac:picMkLst>
        </pc:picChg>
        <pc:picChg chg="add del mod">
          <ac:chgData name="Kevin Englehart" userId="60bfdd56-b43c-4fbd-a834-96ba8e0139fb" providerId="ADAL" clId="{086F63D6-B251-CC49-BB34-B29996CD517A}" dt="2023-09-26T19:29:03.891" v="281" actId="478"/>
          <ac:picMkLst>
            <pc:docMk/>
            <pc:sldMk cId="358756062" sldId="262"/>
            <ac:picMk id="13" creationId="{28ABD6F0-D3F4-BCF1-F9D4-A35373E9D638}"/>
          </ac:picMkLst>
        </pc:picChg>
        <pc:inkChg chg="add del">
          <ac:chgData name="Kevin Englehart" userId="60bfdd56-b43c-4fbd-a834-96ba8e0139fb" providerId="ADAL" clId="{086F63D6-B251-CC49-BB34-B29996CD517A}" dt="2023-09-26T19:29:43.845" v="286" actId="9405"/>
          <ac:inkMkLst>
            <pc:docMk/>
            <pc:sldMk cId="358756062" sldId="262"/>
            <ac:inkMk id="14" creationId="{270AF9B7-941C-A28E-3FB8-3A6FE023E2A3}"/>
          </ac:inkMkLst>
        </pc:inkChg>
        <pc:cxnChg chg="add mod">
          <ac:chgData name="Kevin Englehart" userId="60bfdd56-b43c-4fbd-a834-96ba8e0139fb" providerId="ADAL" clId="{086F63D6-B251-CC49-BB34-B29996CD517A}" dt="2023-09-26T19:19:39.683" v="237" actId="1076"/>
          <ac:cxnSpMkLst>
            <pc:docMk/>
            <pc:sldMk cId="358756062" sldId="262"/>
            <ac:cxnSpMk id="4" creationId="{95A131B3-77A7-3484-DA57-1FB47F32DE70}"/>
          </ac:cxnSpMkLst>
        </pc:cxnChg>
        <pc:cxnChg chg="add mod">
          <ac:chgData name="Kevin Englehart" userId="60bfdd56-b43c-4fbd-a834-96ba8e0139fb" providerId="ADAL" clId="{086F63D6-B251-CC49-BB34-B29996CD517A}" dt="2023-09-26T19:19:39.683" v="237" actId="1076"/>
          <ac:cxnSpMkLst>
            <pc:docMk/>
            <pc:sldMk cId="358756062" sldId="262"/>
            <ac:cxnSpMk id="6" creationId="{1E97994D-D895-CB17-C155-C87EDC83C9B1}"/>
          </ac:cxnSpMkLst>
        </pc:cxnChg>
        <pc:cxnChg chg="add del mod">
          <ac:chgData name="Kevin Englehart" userId="60bfdd56-b43c-4fbd-a834-96ba8e0139fb" providerId="ADAL" clId="{086F63D6-B251-CC49-BB34-B29996CD517A}" dt="2023-09-28T17:09:20.057" v="930" actId="478"/>
          <ac:cxnSpMkLst>
            <pc:docMk/>
            <pc:sldMk cId="358756062" sldId="262"/>
            <ac:cxnSpMk id="10" creationId="{7BCDA299-CEC4-B7F8-5FCA-0C27CB63F05E}"/>
          </ac:cxnSpMkLst>
        </pc:cxnChg>
        <pc:cxnChg chg="add del mod">
          <ac:chgData name="Kevin Englehart" userId="60bfdd56-b43c-4fbd-a834-96ba8e0139fb" providerId="ADAL" clId="{086F63D6-B251-CC49-BB34-B29996CD517A}" dt="2023-09-26T19:21:13.387" v="247" actId="478"/>
          <ac:cxnSpMkLst>
            <pc:docMk/>
            <pc:sldMk cId="358756062" sldId="262"/>
            <ac:cxnSpMk id="11" creationId="{B99CFD97-6185-8806-9A9B-9432A8FA5BA8}"/>
          </ac:cxnSpMkLst>
        </pc:cxnChg>
        <pc:cxnChg chg="add mod">
          <ac:chgData name="Kevin Englehart" userId="60bfdd56-b43c-4fbd-a834-96ba8e0139fb" providerId="ADAL" clId="{086F63D6-B251-CC49-BB34-B29996CD517A}" dt="2023-09-28T17:09:16.261" v="929" actId="14100"/>
          <ac:cxnSpMkLst>
            <pc:docMk/>
            <pc:sldMk cId="358756062" sldId="262"/>
            <ac:cxnSpMk id="11" creationId="{DA1B06DE-878C-30FF-F3C7-EB9360F3D9DA}"/>
          </ac:cxnSpMkLst>
        </pc:cxnChg>
        <pc:cxnChg chg="add del mod">
          <ac:chgData name="Kevin Englehart" userId="60bfdd56-b43c-4fbd-a834-96ba8e0139fb" providerId="ADAL" clId="{086F63D6-B251-CC49-BB34-B29996CD517A}" dt="2023-09-26T19:21:08.442" v="245" actId="478"/>
          <ac:cxnSpMkLst>
            <pc:docMk/>
            <pc:sldMk cId="358756062" sldId="262"/>
            <ac:cxnSpMk id="12" creationId="{5A9C6511-8A51-D157-9B41-CFFBD9A345C8}"/>
          </ac:cxnSpMkLst>
        </pc:cxnChg>
        <pc:cxnChg chg="add mod">
          <ac:chgData name="Kevin Englehart" userId="60bfdd56-b43c-4fbd-a834-96ba8e0139fb" providerId="ADAL" clId="{086F63D6-B251-CC49-BB34-B29996CD517A}" dt="2023-09-28T17:09:23.463" v="932" actId="1076"/>
          <ac:cxnSpMkLst>
            <pc:docMk/>
            <pc:sldMk cId="358756062" sldId="262"/>
            <ac:cxnSpMk id="16" creationId="{2C457660-FF00-D110-8D96-EEB869BEE7AC}"/>
          </ac:cxnSpMkLst>
        </pc:cxnChg>
        <pc:cxnChg chg="add del">
          <ac:chgData name="Kevin Englehart" userId="60bfdd56-b43c-4fbd-a834-96ba8e0139fb" providerId="ADAL" clId="{086F63D6-B251-CC49-BB34-B29996CD517A}" dt="2023-09-26T19:29:40.243" v="284" actId="11529"/>
          <ac:cxnSpMkLst>
            <pc:docMk/>
            <pc:sldMk cId="358756062" sldId="262"/>
            <ac:cxnSpMk id="16" creationId="{B0C52DAC-3B86-A560-2D19-988D2504FE49}"/>
          </ac:cxnSpMkLst>
        </pc:cxnChg>
        <pc:cxnChg chg="add">
          <ac:chgData name="Kevin Englehart" userId="60bfdd56-b43c-4fbd-a834-96ba8e0139fb" providerId="ADAL" clId="{086F63D6-B251-CC49-BB34-B29996CD517A}" dt="2023-09-26T19:29:56.808" v="288" actId="11529"/>
          <ac:cxnSpMkLst>
            <pc:docMk/>
            <pc:sldMk cId="358756062" sldId="262"/>
            <ac:cxnSpMk id="18" creationId="{33594D9E-091D-6028-8FEF-6E5670D7F208}"/>
          </ac:cxnSpMkLst>
        </pc:cxnChg>
        <pc:cxnChg chg="add mod">
          <ac:chgData name="Kevin Englehart" userId="60bfdd56-b43c-4fbd-a834-96ba8e0139fb" providerId="ADAL" clId="{086F63D6-B251-CC49-BB34-B29996CD517A}" dt="2023-09-26T19:31:40.057" v="346" actId="1076"/>
          <ac:cxnSpMkLst>
            <pc:docMk/>
            <pc:sldMk cId="358756062" sldId="262"/>
            <ac:cxnSpMk id="20" creationId="{E4FDEF0D-1053-149A-E071-254A7C9C80FD}"/>
          </ac:cxnSpMkLst>
        </pc:cxnChg>
      </pc:sldChg>
      <pc:sldChg chg="addSp delSp modSp add mod">
        <pc:chgData name="Kevin Englehart" userId="60bfdd56-b43c-4fbd-a834-96ba8e0139fb" providerId="ADAL" clId="{086F63D6-B251-CC49-BB34-B29996CD517A}" dt="2023-09-26T18:18:20.012" v="234" actId="1076"/>
        <pc:sldMkLst>
          <pc:docMk/>
          <pc:sldMk cId="3536850664" sldId="263"/>
        </pc:sldMkLst>
        <pc:spChg chg="mod">
          <ac:chgData name="Kevin Englehart" userId="60bfdd56-b43c-4fbd-a834-96ba8e0139fb" providerId="ADAL" clId="{086F63D6-B251-CC49-BB34-B29996CD517A}" dt="2023-09-26T18:18:20.012" v="234" actId="1076"/>
          <ac:spMkLst>
            <pc:docMk/>
            <pc:sldMk cId="3536850664" sldId="263"/>
            <ac:spMk id="13" creationId="{E2D185E3-EFDA-0B6C-3019-DA775EA9477C}"/>
          </ac:spMkLst>
        </pc:spChg>
        <pc:spChg chg="del mod">
          <ac:chgData name="Kevin Englehart" userId="60bfdd56-b43c-4fbd-a834-96ba8e0139fb" providerId="ADAL" clId="{086F63D6-B251-CC49-BB34-B29996CD517A}" dt="2023-09-26T18:14:50.530" v="209" actId="478"/>
          <ac:spMkLst>
            <pc:docMk/>
            <pc:sldMk cId="3536850664" sldId="263"/>
            <ac:spMk id="14" creationId="{A54F46B7-ECEE-C5B5-14AB-E1A2A5358E4E}"/>
          </ac:spMkLst>
        </pc:spChg>
        <pc:picChg chg="del">
          <ac:chgData name="Kevin Englehart" userId="60bfdd56-b43c-4fbd-a834-96ba8e0139fb" providerId="ADAL" clId="{086F63D6-B251-CC49-BB34-B29996CD517A}" dt="2023-09-26T18:14:44.255" v="206" actId="478"/>
          <ac:picMkLst>
            <pc:docMk/>
            <pc:sldMk cId="3536850664" sldId="263"/>
            <ac:picMk id="2" creationId="{EBFADFA3-6488-29B8-7AAF-96615CF055C1}"/>
          </ac:picMkLst>
        </pc:picChg>
        <pc:picChg chg="add mod">
          <ac:chgData name="Kevin Englehart" userId="60bfdd56-b43c-4fbd-a834-96ba8e0139fb" providerId="ADAL" clId="{086F63D6-B251-CC49-BB34-B29996CD517A}" dt="2023-09-26T18:18:03.897" v="228" actId="1037"/>
          <ac:picMkLst>
            <pc:docMk/>
            <pc:sldMk cId="3536850664" sldId="263"/>
            <ac:picMk id="4" creationId="{2DB165E3-69CF-AEE6-3FBB-A5E59A466D57}"/>
          </ac:picMkLst>
        </pc:picChg>
        <pc:picChg chg="add mod">
          <ac:chgData name="Kevin Englehart" userId="60bfdd56-b43c-4fbd-a834-96ba8e0139fb" providerId="ADAL" clId="{086F63D6-B251-CC49-BB34-B29996CD517A}" dt="2023-09-26T18:17:47.719" v="220" actId="571"/>
          <ac:picMkLst>
            <pc:docMk/>
            <pc:sldMk cId="3536850664" sldId="263"/>
            <ac:picMk id="5" creationId="{6A2FB355-5AA3-A1CE-F825-8BEC1586DE59}"/>
          </ac:picMkLst>
        </pc:picChg>
        <pc:cxnChg chg="mod">
          <ac:chgData name="Kevin Englehart" userId="60bfdd56-b43c-4fbd-a834-96ba8e0139fb" providerId="ADAL" clId="{086F63D6-B251-CC49-BB34-B29996CD517A}" dt="2023-09-26T18:17:24.568" v="216" actId="1076"/>
          <ac:cxnSpMkLst>
            <pc:docMk/>
            <pc:sldMk cId="3536850664" sldId="263"/>
            <ac:cxnSpMk id="3" creationId="{05AA01E0-DF81-2871-4F72-D09623642AF4}"/>
          </ac:cxnSpMkLst>
        </pc:cxnChg>
        <pc:cxnChg chg="del">
          <ac:chgData name="Kevin Englehart" userId="60bfdd56-b43c-4fbd-a834-96ba8e0139fb" providerId="ADAL" clId="{086F63D6-B251-CC49-BB34-B29996CD517A}" dt="2023-09-26T18:14:48.374" v="207" actId="478"/>
          <ac:cxnSpMkLst>
            <pc:docMk/>
            <pc:sldMk cId="3536850664" sldId="263"/>
            <ac:cxnSpMk id="16" creationId="{51B2AD6B-9971-94A7-5158-8412033F3FD1}"/>
          </ac:cxnSpMkLst>
        </pc:cxnChg>
        <pc:cxnChg chg="mod">
          <ac:chgData name="Kevin Englehart" userId="60bfdd56-b43c-4fbd-a834-96ba8e0139fb" providerId="ADAL" clId="{086F63D6-B251-CC49-BB34-B29996CD517A}" dt="2023-09-26T18:18:12.087" v="230" actId="1076"/>
          <ac:cxnSpMkLst>
            <pc:docMk/>
            <pc:sldMk cId="3536850664" sldId="263"/>
            <ac:cxnSpMk id="18" creationId="{4751817A-5BC3-6AF3-1F59-D7277FF76798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9T16:04:22.521" v="1205" actId="120"/>
        <pc:sldMkLst>
          <pc:docMk/>
          <pc:sldMk cId="2703764857" sldId="264"/>
        </pc:sldMkLst>
        <pc:spChg chg="add mod">
          <ac:chgData name="Kevin Englehart" userId="60bfdd56-b43c-4fbd-a834-96ba8e0139fb" providerId="ADAL" clId="{086F63D6-B251-CC49-BB34-B29996CD517A}" dt="2023-09-29T16:04:04.831" v="1201"/>
          <ac:spMkLst>
            <pc:docMk/>
            <pc:sldMk cId="2703764857" sldId="264"/>
            <ac:spMk id="5" creationId="{59532205-57F0-7CE1-B0F9-CC6BA30D8F22}"/>
          </ac:spMkLst>
        </pc:spChg>
        <pc:spChg chg="add mod">
          <ac:chgData name="Kevin Englehart" userId="60bfdd56-b43c-4fbd-a834-96ba8e0139fb" providerId="ADAL" clId="{086F63D6-B251-CC49-BB34-B29996CD517A}" dt="2023-09-29T16:04:04.831" v="1201"/>
          <ac:spMkLst>
            <pc:docMk/>
            <pc:sldMk cId="2703764857" sldId="264"/>
            <ac:spMk id="6" creationId="{7493D39E-ED24-DCAB-84E2-A289029A9210}"/>
          </ac:spMkLst>
        </pc:spChg>
        <pc:spChg chg="add mod">
          <ac:chgData name="Kevin Englehart" userId="60bfdd56-b43c-4fbd-a834-96ba8e0139fb" providerId="ADAL" clId="{086F63D6-B251-CC49-BB34-B29996CD517A}" dt="2023-09-29T16:04:22.521" v="1205" actId="120"/>
          <ac:spMkLst>
            <pc:docMk/>
            <pc:sldMk cId="2703764857" sldId="264"/>
            <ac:spMk id="7" creationId="{D5848603-C8B9-029E-30E6-0154D380D6FF}"/>
          </ac:spMkLst>
        </pc:spChg>
        <pc:spChg chg="add del">
          <ac:chgData name="Kevin Englehart" userId="60bfdd56-b43c-4fbd-a834-96ba8e0139fb" providerId="ADAL" clId="{086F63D6-B251-CC49-BB34-B29996CD517A}" dt="2023-09-27T18:06:37.091" v="353" actId="34122"/>
          <ac:spMkLst>
            <pc:docMk/>
            <pc:sldMk cId="2703764857" sldId="264"/>
            <ac:spMk id="9" creationId="{DCB97CEC-FE31-411B-A83E-863CFAD22990}"/>
          </ac:spMkLst>
        </pc:spChg>
        <pc:spChg chg="add mod">
          <ac:chgData name="Kevin Englehart" userId="60bfdd56-b43c-4fbd-a834-96ba8e0139fb" providerId="ADAL" clId="{086F63D6-B251-CC49-BB34-B29996CD517A}" dt="2023-09-27T18:25:22.880" v="550" actId="207"/>
          <ac:spMkLst>
            <pc:docMk/>
            <pc:sldMk cId="2703764857" sldId="264"/>
            <ac:spMk id="43" creationId="{8C3ED7B3-1E06-812E-16AA-C88608CB110E}"/>
          </ac:spMkLst>
        </pc:spChg>
        <pc:spChg chg="add mod">
          <ac:chgData name="Kevin Englehart" userId="60bfdd56-b43c-4fbd-a834-96ba8e0139fb" providerId="ADAL" clId="{086F63D6-B251-CC49-BB34-B29996CD517A}" dt="2023-09-27T18:25:52.857" v="636" actId="1036"/>
          <ac:spMkLst>
            <pc:docMk/>
            <pc:sldMk cId="2703764857" sldId="264"/>
            <ac:spMk id="44" creationId="{8B249F74-A356-E154-EE38-A0073742BBBE}"/>
          </ac:spMkLst>
        </pc:spChg>
        <pc:spChg chg="add mod">
          <ac:chgData name="Kevin Englehart" userId="60bfdd56-b43c-4fbd-a834-96ba8e0139fb" providerId="ADAL" clId="{086F63D6-B251-CC49-BB34-B29996CD517A}" dt="2023-09-27T18:26:14.330" v="641" actId="255"/>
          <ac:spMkLst>
            <pc:docMk/>
            <pc:sldMk cId="2703764857" sldId="264"/>
            <ac:spMk id="45" creationId="{969FAE42-BC4D-B328-8ECA-98CFBBFA09CE}"/>
          </ac:spMkLst>
        </pc:spChg>
        <pc:spChg chg="add mod">
          <ac:chgData name="Kevin Englehart" userId="60bfdd56-b43c-4fbd-a834-96ba8e0139fb" providerId="ADAL" clId="{086F63D6-B251-CC49-BB34-B29996CD517A}" dt="2023-09-27T18:26:27.303" v="648" actId="20577"/>
          <ac:spMkLst>
            <pc:docMk/>
            <pc:sldMk cId="2703764857" sldId="264"/>
            <ac:spMk id="46" creationId="{BC72A22D-7C17-172B-03E4-36A393A58FB1}"/>
          </ac:spMkLst>
        </pc:spChg>
        <pc:spChg chg="add mod">
          <ac:chgData name="Kevin Englehart" userId="60bfdd56-b43c-4fbd-a834-96ba8e0139fb" providerId="ADAL" clId="{086F63D6-B251-CC49-BB34-B29996CD517A}" dt="2023-09-27T18:27:03.906" v="657" actId="20577"/>
          <ac:spMkLst>
            <pc:docMk/>
            <pc:sldMk cId="2703764857" sldId="264"/>
            <ac:spMk id="47" creationId="{B22F25F7-DA1C-1E3F-2523-2DA6BD6FC5C5}"/>
          </ac:spMkLst>
        </pc:spChg>
        <pc:grpChg chg="add del mod topLvl">
          <ac:chgData name="Kevin Englehart" userId="60bfdd56-b43c-4fbd-a834-96ba8e0139fb" providerId="ADAL" clId="{086F63D6-B251-CC49-BB34-B29996CD517A}" dt="2023-09-27T18:18:51.966" v="397" actId="478"/>
          <ac:grpSpMkLst>
            <pc:docMk/>
            <pc:sldMk cId="2703764857" sldId="264"/>
            <ac:grpSpMk id="17" creationId="{AD9DD31A-A642-D085-9097-95ACEA2C22A8}"/>
          </ac:grpSpMkLst>
        </pc:grpChg>
        <pc:grpChg chg="add del mod">
          <ac:chgData name="Kevin Englehart" userId="60bfdd56-b43c-4fbd-a834-96ba8e0139fb" providerId="ADAL" clId="{086F63D6-B251-CC49-BB34-B29996CD517A}" dt="2023-09-27T18:17:53.402" v="387" actId="164"/>
          <ac:grpSpMkLst>
            <pc:docMk/>
            <pc:sldMk cId="2703764857" sldId="264"/>
            <ac:grpSpMk id="20" creationId="{FB18105F-3E5D-6E88-8D82-84BD6EE51836}"/>
          </ac:grpSpMkLst>
        </pc:grpChg>
        <pc:grpChg chg="add mod">
          <ac:chgData name="Kevin Englehart" userId="60bfdd56-b43c-4fbd-a834-96ba8e0139fb" providerId="ADAL" clId="{086F63D6-B251-CC49-BB34-B29996CD517A}" dt="2023-09-27T18:19:38.424" v="407" actId="1076"/>
          <ac:grpSpMkLst>
            <pc:docMk/>
            <pc:sldMk cId="2703764857" sldId="264"/>
            <ac:grpSpMk id="22" creationId="{0DB5A14A-09E0-C7F4-10BC-2D8FED9A6229}"/>
          </ac:grpSpMkLst>
        </pc:grpChg>
        <pc:grpChg chg="add mod">
          <ac:chgData name="Kevin Englehart" userId="60bfdd56-b43c-4fbd-a834-96ba8e0139fb" providerId="ADAL" clId="{086F63D6-B251-CC49-BB34-B29996CD517A}" dt="2023-09-27T18:20:05.210" v="414" actId="1076"/>
          <ac:grpSpMkLst>
            <pc:docMk/>
            <pc:sldMk cId="2703764857" sldId="264"/>
            <ac:grpSpMk id="23" creationId="{F948DF30-CE2D-BEE5-4897-0E51DC1D41C4}"/>
          </ac:grpSpMkLst>
        </pc:grpChg>
        <pc:grpChg chg="add del mod">
          <ac:chgData name="Kevin Englehart" userId="60bfdd56-b43c-4fbd-a834-96ba8e0139fb" providerId="ADAL" clId="{086F63D6-B251-CC49-BB34-B29996CD517A}" dt="2023-09-27T18:20:20.727" v="417" actId="478"/>
          <ac:grpSpMkLst>
            <pc:docMk/>
            <pc:sldMk cId="2703764857" sldId="264"/>
            <ac:grpSpMk id="26" creationId="{E5C03AC8-72A4-E4A4-79F5-86A9DED26D6A}"/>
          </ac:grpSpMkLst>
        </pc:grpChg>
        <pc:grpChg chg="add mod">
          <ac:chgData name="Kevin Englehart" userId="60bfdd56-b43c-4fbd-a834-96ba8e0139fb" providerId="ADAL" clId="{086F63D6-B251-CC49-BB34-B29996CD517A}" dt="2023-09-27T18:20:34.148" v="420" actId="1036"/>
          <ac:grpSpMkLst>
            <pc:docMk/>
            <pc:sldMk cId="2703764857" sldId="264"/>
            <ac:grpSpMk id="31" creationId="{4D989B8F-B1FC-730C-EFF2-867B6B15AF3D}"/>
          </ac:grpSpMkLst>
        </pc:grpChg>
        <pc:grpChg chg="add mod">
          <ac:chgData name="Kevin Englehart" userId="60bfdd56-b43c-4fbd-a834-96ba8e0139fb" providerId="ADAL" clId="{086F63D6-B251-CC49-BB34-B29996CD517A}" dt="2023-09-27T18:22:40.712" v="479" actId="14100"/>
          <ac:grpSpMkLst>
            <pc:docMk/>
            <pc:sldMk cId="2703764857" sldId="264"/>
            <ac:grpSpMk id="34" creationId="{EC81C749-3E16-733D-76BE-7D83A4327F41}"/>
          </ac:grpSpMkLst>
        </pc:grpChg>
        <pc:picChg chg="add mod">
          <ac:chgData name="Kevin Englehart" userId="60bfdd56-b43c-4fbd-a834-96ba8e0139fb" providerId="ADAL" clId="{086F63D6-B251-CC49-BB34-B29996CD517A}" dt="2023-09-29T16:04:04.831" v="1201"/>
          <ac:picMkLst>
            <pc:docMk/>
            <pc:sldMk cId="2703764857" sldId="264"/>
            <ac:picMk id="3" creationId="{0FA4EFD7-36B8-D831-BE69-6F078D6B7B7A}"/>
          </ac:picMkLst>
        </pc:picChg>
        <pc:inkChg chg="add">
          <ac:chgData name="Kevin Englehart" userId="60bfdd56-b43c-4fbd-a834-96ba8e0139fb" providerId="ADAL" clId="{086F63D6-B251-CC49-BB34-B29996CD517A}" dt="2023-09-27T18:06:16.236" v="349" actId="9405"/>
          <ac:inkMkLst>
            <pc:docMk/>
            <pc:sldMk cId="2703764857" sldId="264"/>
            <ac:inkMk id="2" creationId="{C577F21A-19B2-B212-5C94-F97AAC1C6F6E}"/>
          </ac:inkMkLst>
        </pc:inkChg>
        <pc:inkChg chg="add del">
          <ac:chgData name="Kevin Englehart" userId="60bfdd56-b43c-4fbd-a834-96ba8e0139fb" providerId="ADAL" clId="{086F63D6-B251-CC49-BB34-B29996CD517A}" dt="2023-09-27T18:13:10.889" v="354" actId="478"/>
          <ac:inkMkLst>
            <pc:docMk/>
            <pc:sldMk cId="2703764857" sldId="264"/>
            <ac:inkMk id="3" creationId="{816E3758-2A5B-0C38-EE16-FAB884BE50D3}"/>
          </ac:inkMkLst>
        </pc:inkChg>
        <pc:inkChg chg="add">
          <ac:chgData name="Kevin Englehart" userId="60bfdd56-b43c-4fbd-a834-96ba8e0139fb" providerId="ADAL" clId="{086F63D6-B251-CC49-BB34-B29996CD517A}" dt="2023-09-27T18:06:28.778" v="351" actId="9405"/>
          <ac:inkMkLst>
            <pc:docMk/>
            <pc:sldMk cId="2703764857" sldId="264"/>
            <ac:inkMk id="4" creationId="{4EF0F180-844F-1C64-EAB3-488134809153}"/>
          </ac:inkMkLst>
        </pc:inkChg>
        <pc:cxnChg chg="add del">
          <ac:chgData name="Kevin Englehart" userId="60bfdd56-b43c-4fbd-a834-96ba8e0139fb" providerId="ADAL" clId="{086F63D6-B251-CC49-BB34-B29996CD517A}" dt="2023-09-27T18:13:26.749" v="356" actId="478"/>
          <ac:cxnSpMkLst>
            <pc:docMk/>
            <pc:sldMk cId="2703764857" sldId="264"/>
            <ac:cxnSpMk id="6" creationId="{34C0AECE-D124-3D33-B38B-3D14CF793221}"/>
          </ac:cxnSpMkLst>
        </pc:cxnChg>
        <pc:cxnChg chg="add mod topLvl">
          <ac:chgData name="Kevin Englehart" userId="60bfdd56-b43c-4fbd-a834-96ba8e0139fb" providerId="ADAL" clId="{086F63D6-B251-CC49-BB34-B29996CD517A}" dt="2023-09-27T18:21:15.137" v="427" actId="692"/>
          <ac:cxnSpMkLst>
            <pc:docMk/>
            <pc:sldMk cId="2703764857" sldId="264"/>
            <ac:cxnSpMk id="8" creationId="{C138DDB3-81CA-C5E3-90B8-CD9C17C3A8E5}"/>
          </ac:cxnSpMkLst>
        </pc:cxnChg>
        <pc:cxnChg chg="add mod topLvl">
          <ac:chgData name="Kevin Englehart" userId="60bfdd56-b43c-4fbd-a834-96ba8e0139fb" providerId="ADAL" clId="{086F63D6-B251-CC49-BB34-B29996CD517A}" dt="2023-09-27T18:21:15.137" v="427" actId="692"/>
          <ac:cxnSpMkLst>
            <pc:docMk/>
            <pc:sldMk cId="2703764857" sldId="264"/>
            <ac:cxnSpMk id="10" creationId="{FA4AA45C-4DA4-7CA2-D66E-0825E4220F79}"/>
          </ac:cxnSpMkLst>
        </pc:cxnChg>
        <pc:cxnChg chg="add mod topLvl">
          <ac:chgData name="Kevin Englehart" userId="60bfdd56-b43c-4fbd-a834-96ba8e0139fb" providerId="ADAL" clId="{086F63D6-B251-CC49-BB34-B29996CD517A}" dt="2023-09-27T18:21:30.457" v="430" actId="1035"/>
          <ac:cxnSpMkLst>
            <pc:docMk/>
            <pc:sldMk cId="2703764857" sldId="264"/>
            <ac:cxnSpMk id="12" creationId="{BFFA3F41-885B-4D55-0093-9B50C8F6959A}"/>
          </ac:cxnSpMkLst>
        </pc:cxnChg>
        <pc:cxnChg chg="add mod topLvl">
          <ac:chgData name="Kevin Englehart" userId="60bfdd56-b43c-4fbd-a834-96ba8e0139fb" providerId="ADAL" clId="{086F63D6-B251-CC49-BB34-B29996CD517A}" dt="2023-09-27T18:21:37.971" v="433" actId="1037"/>
          <ac:cxnSpMkLst>
            <pc:docMk/>
            <pc:sldMk cId="2703764857" sldId="264"/>
            <ac:cxnSpMk id="14" creationId="{B2F03EB7-5A32-4564-51F9-379A5B1332D0}"/>
          </ac:cxnSpMkLst>
        </pc:cxnChg>
        <pc:cxnChg chg="add mod">
          <ac:chgData name="Kevin Englehart" userId="60bfdd56-b43c-4fbd-a834-96ba8e0139fb" providerId="ADAL" clId="{086F63D6-B251-CC49-BB34-B29996CD517A}" dt="2023-09-27T18:17:48.653" v="386" actId="692"/>
          <ac:cxnSpMkLst>
            <pc:docMk/>
            <pc:sldMk cId="2703764857" sldId="264"/>
            <ac:cxnSpMk id="15" creationId="{A68F8404-DC7A-251D-C3B5-F7921D8BC9E1}"/>
          </ac:cxnSpMkLst>
        </pc:cxnChg>
        <pc:cxnChg chg="add mod">
          <ac:chgData name="Kevin Englehart" userId="60bfdd56-b43c-4fbd-a834-96ba8e0139fb" providerId="ADAL" clId="{086F63D6-B251-CC49-BB34-B29996CD517A}" dt="2023-09-27T18:17:48.653" v="386" actId="692"/>
          <ac:cxnSpMkLst>
            <pc:docMk/>
            <pc:sldMk cId="2703764857" sldId="264"/>
            <ac:cxnSpMk id="16" creationId="{2A836FF9-EDD8-2CB9-C2CD-C9C5DF4897FC}"/>
          </ac:cxnSpMkLst>
        </pc:cxnChg>
        <pc:cxnChg chg="add del mod topLvl">
          <ac:chgData name="Kevin Englehart" userId="60bfdd56-b43c-4fbd-a834-96ba8e0139fb" providerId="ADAL" clId="{086F63D6-B251-CC49-BB34-B29996CD517A}" dt="2023-09-27T18:19:09.810" v="401" actId="478"/>
          <ac:cxnSpMkLst>
            <pc:docMk/>
            <pc:sldMk cId="2703764857" sldId="264"/>
            <ac:cxnSpMk id="18" creationId="{F2971120-F0E0-C816-298E-6D111E1CB37F}"/>
          </ac:cxnSpMkLst>
        </pc:cxnChg>
        <pc:cxnChg chg="add mod topLvl">
          <ac:chgData name="Kevin Englehart" userId="60bfdd56-b43c-4fbd-a834-96ba8e0139fb" providerId="ADAL" clId="{086F63D6-B251-CC49-BB34-B29996CD517A}" dt="2023-09-27T18:22:34.534" v="478" actId="1076"/>
          <ac:cxnSpMkLst>
            <pc:docMk/>
            <pc:sldMk cId="2703764857" sldId="264"/>
            <ac:cxnSpMk id="19" creationId="{589B121F-C70B-B72C-17E0-83A9DDEC8838}"/>
          </ac:cxnSpMkLst>
        </pc:cxnChg>
        <pc:cxnChg chg="mod">
          <ac:chgData name="Kevin Englehart" userId="60bfdd56-b43c-4fbd-a834-96ba8e0139fb" providerId="ADAL" clId="{086F63D6-B251-CC49-BB34-B29996CD517A}" dt="2023-09-27T18:21:48.140" v="441" actId="1035"/>
          <ac:cxnSpMkLst>
            <pc:docMk/>
            <pc:sldMk cId="2703764857" sldId="264"/>
            <ac:cxnSpMk id="24" creationId="{45E91F59-3D8C-00F2-9FE0-33FE06041974}"/>
          </ac:cxnSpMkLst>
        </pc:cxnChg>
        <pc:cxnChg chg="mod">
          <ac:chgData name="Kevin Englehart" userId="60bfdd56-b43c-4fbd-a834-96ba8e0139fb" providerId="ADAL" clId="{086F63D6-B251-CC49-BB34-B29996CD517A}" dt="2023-09-27T18:21:51.543" v="446" actId="1035"/>
          <ac:cxnSpMkLst>
            <pc:docMk/>
            <pc:sldMk cId="2703764857" sldId="264"/>
            <ac:cxnSpMk id="25" creationId="{5CCACB5D-96EC-8A5C-E468-0706BD05C177}"/>
          </ac:cxnSpMkLst>
        </pc:cxnChg>
        <pc:cxnChg chg="mod">
          <ac:chgData name="Kevin Englehart" userId="60bfdd56-b43c-4fbd-a834-96ba8e0139fb" providerId="ADAL" clId="{086F63D6-B251-CC49-BB34-B29996CD517A}" dt="2023-09-27T18:18:57.662" v="398"/>
          <ac:cxnSpMkLst>
            <pc:docMk/>
            <pc:sldMk cId="2703764857" sldId="264"/>
            <ac:cxnSpMk id="27" creationId="{981B55F7-B40A-3E6C-B947-D900AAC8A920}"/>
          </ac:cxnSpMkLst>
        </pc:cxnChg>
        <pc:cxnChg chg="mod">
          <ac:chgData name="Kevin Englehart" userId="60bfdd56-b43c-4fbd-a834-96ba8e0139fb" providerId="ADAL" clId="{086F63D6-B251-CC49-BB34-B29996CD517A}" dt="2023-09-27T18:18:57.662" v="398"/>
          <ac:cxnSpMkLst>
            <pc:docMk/>
            <pc:sldMk cId="2703764857" sldId="264"/>
            <ac:cxnSpMk id="28" creationId="{2A63E021-7F3C-95E7-A6DF-56A9E1691A29}"/>
          </ac:cxnSpMkLst>
        </pc:cxnChg>
        <pc:cxnChg chg="add mod">
          <ac:chgData name="Kevin Englehart" userId="60bfdd56-b43c-4fbd-a834-96ba8e0139fb" providerId="ADAL" clId="{086F63D6-B251-CC49-BB34-B29996CD517A}" dt="2023-09-27T18:22:29.363" v="476" actId="1037"/>
          <ac:cxnSpMkLst>
            <pc:docMk/>
            <pc:sldMk cId="2703764857" sldId="264"/>
            <ac:cxnSpMk id="29" creationId="{4593CA8B-E3EA-ABC4-D3B3-00FE627A2F49}"/>
          </ac:cxnSpMkLst>
        </pc:cxnChg>
        <pc:cxnChg chg="mod">
          <ac:chgData name="Kevin Englehart" userId="60bfdd56-b43c-4fbd-a834-96ba8e0139fb" providerId="ADAL" clId="{086F63D6-B251-CC49-BB34-B29996CD517A}" dt="2023-09-27T18:22:01.762" v="454" actId="1035"/>
          <ac:cxnSpMkLst>
            <pc:docMk/>
            <pc:sldMk cId="2703764857" sldId="264"/>
            <ac:cxnSpMk id="32" creationId="{ED86E14B-94C4-4D7C-67BD-89B0A2B767DA}"/>
          </ac:cxnSpMkLst>
        </pc:cxnChg>
        <pc:cxnChg chg="mod">
          <ac:chgData name="Kevin Englehart" userId="60bfdd56-b43c-4fbd-a834-96ba8e0139fb" providerId="ADAL" clId="{086F63D6-B251-CC49-BB34-B29996CD517A}" dt="2023-09-27T18:22:21.738" v="472" actId="1035"/>
          <ac:cxnSpMkLst>
            <pc:docMk/>
            <pc:sldMk cId="2703764857" sldId="264"/>
            <ac:cxnSpMk id="33" creationId="{3043CE17-A1DD-D595-FF11-D3535B17DB71}"/>
          </ac:cxnSpMkLst>
        </pc:cxnChg>
        <pc:cxnChg chg="add mod">
          <ac:chgData name="Kevin Englehart" userId="60bfdd56-b43c-4fbd-a834-96ba8e0139fb" providerId="ADAL" clId="{086F63D6-B251-CC49-BB34-B29996CD517A}" dt="2023-09-27T18:25:18.673" v="549" actId="1076"/>
          <ac:cxnSpMkLst>
            <pc:docMk/>
            <pc:sldMk cId="2703764857" sldId="264"/>
            <ac:cxnSpMk id="36" creationId="{1568FB28-8BE6-1C0C-5BF7-9F1B301D41B3}"/>
          </ac:cxnSpMkLst>
        </pc:cxnChg>
        <pc:cxnChg chg="add mod">
          <ac:chgData name="Kevin Englehart" userId="60bfdd56-b43c-4fbd-a834-96ba8e0139fb" providerId="ADAL" clId="{086F63D6-B251-CC49-BB34-B29996CD517A}" dt="2023-09-27T18:23:32.841" v="483" actId="14100"/>
          <ac:cxnSpMkLst>
            <pc:docMk/>
            <pc:sldMk cId="2703764857" sldId="264"/>
            <ac:cxnSpMk id="38" creationId="{71A4451D-1593-EF20-8C3A-B790162FC55F}"/>
          </ac:cxnSpMkLst>
        </pc:cxnChg>
        <pc:cxnChg chg="add mod">
          <ac:chgData name="Kevin Englehart" userId="60bfdd56-b43c-4fbd-a834-96ba8e0139fb" providerId="ADAL" clId="{086F63D6-B251-CC49-BB34-B29996CD517A}" dt="2023-09-27T18:23:45.263" v="485" actId="14100"/>
          <ac:cxnSpMkLst>
            <pc:docMk/>
            <pc:sldMk cId="2703764857" sldId="264"/>
            <ac:cxnSpMk id="41" creationId="{1CBFF812-14C7-D80A-49EC-0326E9DA1744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8T17:02:39.339" v="909" actId="14100"/>
        <pc:sldMkLst>
          <pc:docMk/>
          <pc:sldMk cId="4125404416" sldId="265"/>
        </pc:sldMkLst>
        <pc:spChg chg="add mod">
          <ac:chgData name="Kevin Englehart" userId="60bfdd56-b43c-4fbd-a834-96ba8e0139fb" providerId="ADAL" clId="{086F63D6-B251-CC49-BB34-B29996CD517A}" dt="2023-09-27T19:04:52.091" v="763" actId="20577"/>
          <ac:spMkLst>
            <pc:docMk/>
            <pc:sldMk cId="4125404416" sldId="265"/>
            <ac:spMk id="8" creationId="{BABDAC14-C2EE-978C-7E71-7901E559BA76}"/>
          </ac:spMkLst>
        </pc:spChg>
        <pc:spChg chg="add mod">
          <ac:chgData name="Kevin Englehart" userId="60bfdd56-b43c-4fbd-a834-96ba8e0139fb" providerId="ADAL" clId="{086F63D6-B251-CC49-BB34-B29996CD517A}" dt="2023-09-27T19:03:31.941" v="728" actId="20577"/>
          <ac:spMkLst>
            <pc:docMk/>
            <pc:sldMk cId="4125404416" sldId="265"/>
            <ac:spMk id="11" creationId="{EA52B3B7-4D54-1944-BF5C-863E047CA921}"/>
          </ac:spMkLst>
        </pc:spChg>
        <pc:spChg chg="add mod">
          <ac:chgData name="Kevin Englehart" userId="60bfdd56-b43c-4fbd-a834-96ba8e0139fb" providerId="ADAL" clId="{086F63D6-B251-CC49-BB34-B29996CD517A}" dt="2023-09-27T19:02:03.845" v="705" actId="255"/>
          <ac:spMkLst>
            <pc:docMk/>
            <pc:sldMk cId="4125404416" sldId="265"/>
            <ac:spMk id="14" creationId="{B92411AB-96E5-3CB0-C7D7-C82D8830FB26}"/>
          </ac:spMkLst>
        </pc:spChg>
        <pc:spChg chg="add mod">
          <ac:chgData name="Kevin Englehart" userId="60bfdd56-b43c-4fbd-a834-96ba8e0139fb" providerId="ADAL" clId="{086F63D6-B251-CC49-BB34-B29996CD517A}" dt="2023-09-27T19:03:11.486" v="720" actId="20577"/>
          <ac:spMkLst>
            <pc:docMk/>
            <pc:sldMk cId="4125404416" sldId="265"/>
            <ac:spMk id="24" creationId="{79092014-9810-52E1-8DB5-CD5765FAFAD9}"/>
          </ac:spMkLst>
        </pc:spChg>
        <pc:spChg chg="add mod">
          <ac:chgData name="Kevin Englehart" userId="60bfdd56-b43c-4fbd-a834-96ba8e0139fb" providerId="ADAL" clId="{086F63D6-B251-CC49-BB34-B29996CD517A}" dt="2023-09-27T19:03:28.588" v="727" actId="20577"/>
          <ac:spMkLst>
            <pc:docMk/>
            <pc:sldMk cId="4125404416" sldId="265"/>
            <ac:spMk id="25" creationId="{6098A4B5-C957-11DB-A12B-F9981C7B0D4A}"/>
          </ac:spMkLst>
        </pc:spChg>
        <pc:spChg chg="add mod">
          <ac:chgData name="Kevin Englehart" userId="60bfdd56-b43c-4fbd-a834-96ba8e0139fb" providerId="ADAL" clId="{086F63D6-B251-CC49-BB34-B29996CD517A}" dt="2023-09-27T19:04:07.853" v="734" actId="1076"/>
          <ac:spMkLst>
            <pc:docMk/>
            <pc:sldMk cId="4125404416" sldId="265"/>
            <ac:spMk id="28" creationId="{F2BC8741-F4C0-4161-5005-179D18E38444}"/>
          </ac:spMkLst>
        </pc:spChg>
        <pc:spChg chg="add mod">
          <ac:chgData name="Kevin Englehart" userId="60bfdd56-b43c-4fbd-a834-96ba8e0139fb" providerId="ADAL" clId="{086F63D6-B251-CC49-BB34-B29996CD517A}" dt="2023-09-27T19:04:57.018" v="765" actId="20577"/>
          <ac:spMkLst>
            <pc:docMk/>
            <pc:sldMk cId="4125404416" sldId="265"/>
            <ac:spMk id="29" creationId="{D53E8F58-EFE2-4D47-EA94-32CC1CC7B16A}"/>
          </ac:spMkLst>
        </pc:spChg>
        <pc:spChg chg="add mod">
          <ac:chgData name="Kevin Englehart" userId="60bfdd56-b43c-4fbd-a834-96ba8e0139fb" providerId="ADAL" clId="{086F63D6-B251-CC49-BB34-B29996CD517A}" dt="2023-09-27T19:06:30.440" v="833" actId="207"/>
          <ac:spMkLst>
            <pc:docMk/>
            <pc:sldMk cId="4125404416" sldId="265"/>
            <ac:spMk id="30" creationId="{DFA6EB07-BEF9-0137-B37C-5F92F8CFDD20}"/>
          </ac:spMkLst>
        </pc:spChg>
        <pc:spChg chg="add mod">
          <ac:chgData name="Kevin Englehart" userId="60bfdd56-b43c-4fbd-a834-96ba8e0139fb" providerId="ADAL" clId="{086F63D6-B251-CC49-BB34-B29996CD517A}" dt="2023-09-27T19:06:55.174" v="840" actId="14100"/>
          <ac:spMkLst>
            <pc:docMk/>
            <pc:sldMk cId="4125404416" sldId="265"/>
            <ac:spMk id="31" creationId="{C487E0E7-BD32-A4D8-197F-10B3603934CD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34" creationId="{0E5670B5-4780-DBF3-9693-C9BD479FA491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35" creationId="{859DF09F-FD4D-83D3-8C6A-DB80DFFD1C07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37" creationId="{6FE735FE-04F7-432B-F49D-398A35B29686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40" creationId="{06AB570A-3927-ACE9-E692-E9A8BE679018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41" creationId="{3C5098F9-82CA-5A06-0D6F-146CE5F56EBA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43" creationId="{865CA9A6-BAE9-04EE-B598-8CA2BD455A6F}"/>
          </ac:spMkLst>
        </pc:spChg>
        <pc:spChg chg="add mod">
          <ac:chgData name="Kevin Englehart" userId="60bfdd56-b43c-4fbd-a834-96ba8e0139fb" providerId="ADAL" clId="{086F63D6-B251-CC49-BB34-B29996CD517A}" dt="2023-09-27T19:13:58.834" v="842" actId="1076"/>
          <ac:spMkLst>
            <pc:docMk/>
            <pc:sldMk cId="4125404416" sldId="265"/>
            <ac:spMk id="44" creationId="{186C90A2-8C58-E5CD-45CE-402B33864AC4}"/>
          </ac:spMkLst>
        </pc:spChg>
        <pc:spChg chg="add mod">
          <ac:chgData name="Kevin Englehart" userId="60bfdd56-b43c-4fbd-a834-96ba8e0139fb" providerId="ADAL" clId="{086F63D6-B251-CC49-BB34-B29996CD517A}" dt="2023-09-27T19:15:25.747" v="855" actId="1076"/>
          <ac:spMkLst>
            <pc:docMk/>
            <pc:sldMk cId="4125404416" sldId="265"/>
            <ac:spMk id="45" creationId="{29EB7628-76CF-B34C-6ECD-AD87E8C6C5CE}"/>
          </ac:spMkLst>
        </pc:spChg>
        <pc:spChg chg="add mod">
          <ac:chgData name="Kevin Englehart" userId="60bfdd56-b43c-4fbd-a834-96ba8e0139fb" providerId="ADAL" clId="{086F63D6-B251-CC49-BB34-B29996CD517A}" dt="2023-09-27T19:15:28.435" v="857" actId="20577"/>
          <ac:spMkLst>
            <pc:docMk/>
            <pc:sldMk cId="4125404416" sldId="265"/>
            <ac:spMk id="46" creationId="{7FF64612-0077-6FCA-2B39-21CED4605EE4}"/>
          </ac:spMkLst>
        </pc:spChg>
        <pc:spChg chg="add mod">
          <ac:chgData name="Kevin Englehart" userId="60bfdd56-b43c-4fbd-a834-96ba8e0139fb" providerId="ADAL" clId="{086F63D6-B251-CC49-BB34-B29996CD517A}" dt="2023-09-27T19:15:12.786" v="852" actId="1037"/>
          <ac:spMkLst>
            <pc:docMk/>
            <pc:sldMk cId="4125404416" sldId="265"/>
            <ac:spMk id="47" creationId="{EF21B71A-DAD9-69CB-F649-70EE57868219}"/>
          </ac:spMkLst>
        </pc:spChg>
        <pc:spChg chg="add mod">
          <ac:chgData name="Kevin Englehart" userId="60bfdd56-b43c-4fbd-a834-96ba8e0139fb" providerId="ADAL" clId="{086F63D6-B251-CC49-BB34-B29996CD517A}" dt="2023-09-27T19:18:19.122" v="881" actId="1076"/>
          <ac:spMkLst>
            <pc:docMk/>
            <pc:sldMk cId="4125404416" sldId="265"/>
            <ac:spMk id="50" creationId="{A268561A-3ED1-4B69-8CC3-4450B22F798F}"/>
          </ac:spMkLst>
        </pc:spChg>
        <pc:spChg chg="add mod">
          <ac:chgData name="Kevin Englehart" userId="60bfdd56-b43c-4fbd-a834-96ba8e0139fb" providerId="ADAL" clId="{086F63D6-B251-CC49-BB34-B29996CD517A}" dt="2023-09-27T19:18:33.209" v="889" actId="1035"/>
          <ac:spMkLst>
            <pc:docMk/>
            <pc:sldMk cId="4125404416" sldId="265"/>
            <ac:spMk id="51" creationId="{7F3D9629-3B34-D8F0-74AC-B3552F696013}"/>
          </ac:spMkLst>
        </pc:spChg>
        <pc:spChg chg="add mod">
          <ac:chgData name="Kevin Englehart" userId="60bfdd56-b43c-4fbd-a834-96ba8e0139fb" providerId="ADAL" clId="{086F63D6-B251-CC49-BB34-B29996CD517A}" dt="2023-09-28T17:02:21.011" v="906" actId="1076"/>
          <ac:spMkLst>
            <pc:docMk/>
            <pc:sldMk cId="4125404416" sldId="265"/>
            <ac:spMk id="52" creationId="{4CEF6BBC-E642-F7CD-D1E5-F9C79F1DBC4A}"/>
          </ac:spMkLst>
        </pc:spChg>
        <pc:picChg chg="add del mod">
          <ac:chgData name="Kevin Englehart" userId="60bfdd56-b43c-4fbd-a834-96ba8e0139fb" providerId="ADAL" clId="{086F63D6-B251-CC49-BB34-B29996CD517A}" dt="2023-09-27T19:17:04.560" v="863" actId="478"/>
          <ac:picMkLst>
            <pc:docMk/>
            <pc:sldMk cId="4125404416" sldId="265"/>
            <ac:picMk id="48" creationId="{5F737090-4E90-BAC2-6A05-DBD5048F65AC}"/>
          </ac:picMkLst>
        </pc:picChg>
        <pc:picChg chg="add mod">
          <ac:chgData name="Kevin Englehart" userId="60bfdd56-b43c-4fbd-a834-96ba8e0139fb" providerId="ADAL" clId="{086F63D6-B251-CC49-BB34-B29996CD517A}" dt="2023-09-27T19:17:42.626" v="875" actId="1038"/>
          <ac:picMkLst>
            <pc:docMk/>
            <pc:sldMk cId="4125404416" sldId="265"/>
            <ac:picMk id="49" creationId="{AF807F42-8013-7F1F-F369-9E1B4076C745}"/>
          </ac:picMkLst>
        </pc:picChg>
        <pc:cxnChg chg="add mod">
          <ac:chgData name="Kevin Englehart" userId="60bfdd56-b43c-4fbd-a834-96ba8e0139fb" providerId="ADAL" clId="{086F63D6-B251-CC49-BB34-B29996CD517A}" dt="2023-09-27T18:59:34.179" v="667" actId="14100"/>
          <ac:cxnSpMkLst>
            <pc:docMk/>
            <pc:sldMk cId="4125404416" sldId="265"/>
            <ac:cxnSpMk id="3" creationId="{8F50E49F-3BB2-A2DA-E574-059219E930A4}"/>
          </ac:cxnSpMkLst>
        </pc:cxnChg>
        <pc:cxnChg chg="add mod">
          <ac:chgData name="Kevin Englehart" userId="60bfdd56-b43c-4fbd-a834-96ba8e0139fb" providerId="ADAL" clId="{086F63D6-B251-CC49-BB34-B29996CD517A}" dt="2023-09-27T18:59:40.399" v="669" actId="14100"/>
          <ac:cxnSpMkLst>
            <pc:docMk/>
            <pc:sldMk cId="4125404416" sldId="265"/>
            <ac:cxnSpMk id="7" creationId="{8E9D3C5D-2013-4FD3-E155-C918D1700A3E}"/>
          </ac:cxnSpMkLst>
        </pc:cxnChg>
        <pc:cxnChg chg="add mod">
          <ac:chgData name="Kevin Englehart" userId="60bfdd56-b43c-4fbd-a834-96ba8e0139fb" providerId="ADAL" clId="{086F63D6-B251-CC49-BB34-B29996CD517A}" dt="2023-09-27T19:03:55.780" v="732" actId="692"/>
          <ac:cxnSpMkLst>
            <pc:docMk/>
            <pc:sldMk cId="4125404416" sldId="265"/>
            <ac:cxnSpMk id="13" creationId="{85B7BDA7-D798-05C4-1961-ECB7BB2D7881}"/>
          </ac:cxnSpMkLst>
        </pc:cxnChg>
        <pc:cxnChg chg="add del mod">
          <ac:chgData name="Kevin Englehart" userId="60bfdd56-b43c-4fbd-a834-96ba8e0139fb" providerId="ADAL" clId="{086F63D6-B251-CC49-BB34-B29996CD517A}" dt="2023-09-27T19:02:38.301" v="713" actId="478"/>
          <ac:cxnSpMkLst>
            <pc:docMk/>
            <pc:sldMk cId="4125404416" sldId="265"/>
            <ac:cxnSpMk id="15" creationId="{AC12F57D-15F5-BD21-9158-17E03284B505}"/>
          </ac:cxnSpMkLst>
        </pc:cxnChg>
        <pc:cxnChg chg="add del mod">
          <ac:chgData name="Kevin Englehart" userId="60bfdd56-b43c-4fbd-a834-96ba8e0139fb" providerId="ADAL" clId="{086F63D6-B251-CC49-BB34-B29996CD517A}" dt="2023-09-27T19:02:38.301" v="713" actId="478"/>
          <ac:cxnSpMkLst>
            <pc:docMk/>
            <pc:sldMk cId="4125404416" sldId="265"/>
            <ac:cxnSpMk id="16" creationId="{7FC94438-A3E6-89B8-00F0-F9D80BBCED13}"/>
          </ac:cxnSpMkLst>
        </pc:cxnChg>
        <pc:cxnChg chg="add mod">
          <ac:chgData name="Kevin Englehart" userId="60bfdd56-b43c-4fbd-a834-96ba8e0139fb" providerId="ADAL" clId="{086F63D6-B251-CC49-BB34-B29996CD517A}" dt="2023-09-27T19:02:48.602" v="715" actId="1076"/>
          <ac:cxnSpMkLst>
            <pc:docMk/>
            <pc:sldMk cId="4125404416" sldId="265"/>
            <ac:cxnSpMk id="22" creationId="{9B27DB27-F508-D92B-8941-4500B76510E4}"/>
          </ac:cxnSpMkLst>
        </pc:cxnChg>
        <pc:cxnChg chg="add mod">
          <ac:chgData name="Kevin Englehart" userId="60bfdd56-b43c-4fbd-a834-96ba8e0139fb" providerId="ADAL" clId="{086F63D6-B251-CC49-BB34-B29996CD517A}" dt="2023-09-27T19:03:00.122" v="717" actId="1076"/>
          <ac:cxnSpMkLst>
            <pc:docMk/>
            <pc:sldMk cId="4125404416" sldId="265"/>
            <ac:cxnSpMk id="23" creationId="{06F23209-6C70-46FC-61B5-8C2D889E1284}"/>
          </ac:cxnSpMkLst>
        </pc:cxnChg>
        <pc:cxnChg chg="add mod">
          <ac:chgData name="Kevin Englehart" userId="60bfdd56-b43c-4fbd-a834-96ba8e0139fb" providerId="ADAL" clId="{086F63D6-B251-CC49-BB34-B29996CD517A}" dt="2023-09-27T19:03:50.548" v="731" actId="692"/>
          <ac:cxnSpMkLst>
            <pc:docMk/>
            <pc:sldMk cId="4125404416" sldId="265"/>
            <ac:cxnSpMk id="27" creationId="{00144D4C-9CCC-42E0-50AB-B65C93E169C5}"/>
          </ac:cxnSpMkLst>
        </pc:cxnChg>
        <pc:cxnChg chg="add mod">
          <ac:chgData name="Kevin Englehart" userId="60bfdd56-b43c-4fbd-a834-96ba8e0139fb" providerId="ADAL" clId="{086F63D6-B251-CC49-BB34-B29996CD517A}" dt="2023-09-27T19:13:58.834" v="842" actId="1076"/>
          <ac:cxnSpMkLst>
            <pc:docMk/>
            <pc:sldMk cId="4125404416" sldId="265"/>
            <ac:cxnSpMk id="32" creationId="{9E1FCB03-6893-6B9E-D509-02CF7A6EAF43}"/>
          </ac:cxnSpMkLst>
        </pc:cxnChg>
        <pc:cxnChg chg="add mod">
          <ac:chgData name="Kevin Englehart" userId="60bfdd56-b43c-4fbd-a834-96ba8e0139fb" providerId="ADAL" clId="{086F63D6-B251-CC49-BB34-B29996CD517A}" dt="2023-09-27T19:13:58.834" v="842" actId="1076"/>
          <ac:cxnSpMkLst>
            <pc:docMk/>
            <pc:sldMk cId="4125404416" sldId="265"/>
            <ac:cxnSpMk id="33" creationId="{879C8A61-FD6E-CF27-2B17-E15707D96A85}"/>
          </ac:cxnSpMkLst>
        </pc:cxnChg>
        <pc:cxnChg chg="add del mod">
          <ac:chgData name="Kevin Englehart" userId="60bfdd56-b43c-4fbd-a834-96ba8e0139fb" providerId="ADAL" clId="{086F63D6-B251-CC49-BB34-B29996CD517A}" dt="2023-09-27T19:14:34.399" v="845" actId="478"/>
          <ac:cxnSpMkLst>
            <pc:docMk/>
            <pc:sldMk cId="4125404416" sldId="265"/>
            <ac:cxnSpMk id="36" creationId="{7E133549-D53F-9709-9B18-F70D40AEEB42}"/>
          </ac:cxnSpMkLst>
        </pc:cxnChg>
        <pc:cxnChg chg="add mod">
          <ac:chgData name="Kevin Englehart" userId="60bfdd56-b43c-4fbd-a834-96ba8e0139fb" providerId="ADAL" clId="{086F63D6-B251-CC49-BB34-B29996CD517A}" dt="2023-09-27T19:13:58.834" v="842" actId="1076"/>
          <ac:cxnSpMkLst>
            <pc:docMk/>
            <pc:sldMk cId="4125404416" sldId="265"/>
            <ac:cxnSpMk id="38" creationId="{7616E8EA-DE78-41BA-5F29-0744C333B807}"/>
          </ac:cxnSpMkLst>
        </pc:cxnChg>
        <pc:cxnChg chg="add mod">
          <ac:chgData name="Kevin Englehart" userId="60bfdd56-b43c-4fbd-a834-96ba8e0139fb" providerId="ADAL" clId="{086F63D6-B251-CC49-BB34-B29996CD517A}" dt="2023-09-27T19:13:58.834" v="842" actId="1076"/>
          <ac:cxnSpMkLst>
            <pc:docMk/>
            <pc:sldMk cId="4125404416" sldId="265"/>
            <ac:cxnSpMk id="39" creationId="{AB08EEC6-702A-9683-7CC5-A449DC50F858}"/>
          </ac:cxnSpMkLst>
        </pc:cxnChg>
        <pc:cxnChg chg="add del mod">
          <ac:chgData name="Kevin Englehart" userId="60bfdd56-b43c-4fbd-a834-96ba8e0139fb" providerId="ADAL" clId="{086F63D6-B251-CC49-BB34-B29996CD517A}" dt="2023-09-27T19:15:40.276" v="858" actId="478"/>
          <ac:cxnSpMkLst>
            <pc:docMk/>
            <pc:sldMk cId="4125404416" sldId="265"/>
            <ac:cxnSpMk id="42" creationId="{58F32855-6D4E-CEEF-CD8C-7F8D9641F26F}"/>
          </ac:cxnSpMkLst>
        </pc:cxnChg>
        <pc:cxnChg chg="add mod">
          <ac:chgData name="Kevin Englehart" userId="60bfdd56-b43c-4fbd-a834-96ba8e0139fb" providerId="ADAL" clId="{086F63D6-B251-CC49-BB34-B29996CD517A}" dt="2023-09-28T17:02:39.339" v="909" actId="14100"/>
          <ac:cxnSpMkLst>
            <pc:docMk/>
            <pc:sldMk cId="4125404416" sldId="265"/>
            <ac:cxnSpMk id="54" creationId="{AA0A417D-6D80-DF2A-728B-9E02F3736F49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8T17:23:05.936" v="1008" actId="478"/>
        <pc:sldMkLst>
          <pc:docMk/>
          <pc:sldMk cId="2662663314" sldId="266"/>
        </pc:sldMkLst>
        <pc:spChg chg="add mod">
          <ac:chgData name="Kevin Englehart" userId="60bfdd56-b43c-4fbd-a834-96ba8e0139fb" providerId="ADAL" clId="{086F63D6-B251-CC49-BB34-B29996CD517A}" dt="2023-09-28T17:18:39.006" v="987" actId="1037"/>
          <ac:spMkLst>
            <pc:docMk/>
            <pc:sldMk cId="2662663314" sldId="266"/>
            <ac:spMk id="12" creationId="{923D9C5D-CCA6-7F94-AEEB-A53FDF64B728}"/>
          </ac:spMkLst>
        </pc:spChg>
        <pc:spChg chg="add mod">
          <ac:chgData name="Kevin Englehart" userId="60bfdd56-b43c-4fbd-a834-96ba8e0139fb" providerId="ADAL" clId="{086F63D6-B251-CC49-BB34-B29996CD517A}" dt="2023-09-28T17:18:50.090" v="997" actId="1038"/>
          <ac:spMkLst>
            <pc:docMk/>
            <pc:sldMk cId="2662663314" sldId="266"/>
            <ac:spMk id="13" creationId="{747EE5DE-BF53-09FC-08D7-96C4EB499F22}"/>
          </ac:spMkLst>
        </pc:spChg>
        <pc:spChg chg="add del mod">
          <ac:chgData name="Kevin Englehart" userId="60bfdd56-b43c-4fbd-a834-96ba8e0139fb" providerId="ADAL" clId="{086F63D6-B251-CC49-BB34-B29996CD517A}" dt="2023-09-28T17:18:57.297" v="999" actId="478"/>
          <ac:spMkLst>
            <pc:docMk/>
            <pc:sldMk cId="2662663314" sldId="266"/>
            <ac:spMk id="14" creationId="{AFC4B986-B7E8-B42E-6999-F47654506096}"/>
          </ac:spMkLst>
        </pc:spChg>
        <pc:spChg chg="add del mod">
          <ac:chgData name="Kevin Englehart" userId="60bfdd56-b43c-4fbd-a834-96ba8e0139fb" providerId="ADAL" clId="{086F63D6-B251-CC49-BB34-B29996CD517A}" dt="2023-09-28T17:18:54.369" v="998" actId="478"/>
          <ac:spMkLst>
            <pc:docMk/>
            <pc:sldMk cId="2662663314" sldId="266"/>
            <ac:spMk id="15" creationId="{1139703A-A9E0-6F7E-C3C9-AFC247635E77}"/>
          </ac:spMkLst>
        </pc:spChg>
        <pc:picChg chg="add mod">
          <ac:chgData name="Kevin Englehart" userId="60bfdd56-b43c-4fbd-a834-96ba8e0139fb" providerId="ADAL" clId="{086F63D6-B251-CC49-BB34-B29996CD517A}" dt="2023-09-28T17:18:50.090" v="997" actId="1038"/>
          <ac:picMkLst>
            <pc:docMk/>
            <pc:sldMk cId="2662663314" sldId="266"/>
            <ac:picMk id="2" creationId="{5C59D57E-E0B9-8AC6-8D07-65581BA01AD1}"/>
          </ac:picMkLst>
        </pc:picChg>
        <pc:picChg chg="add mod">
          <ac:chgData name="Kevin Englehart" userId="60bfdd56-b43c-4fbd-a834-96ba8e0139fb" providerId="ADAL" clId="{086F63D6-B251-CC49-BB34-B29996CD517A}" dt="2023-09-28T17:18:39.006" v="987" actId="1037"/>
          <ac:picMkLst>
            <pc:docMk/>
            <pc:sldMk cId="2662663314" sldId="266"/>
            <ac:picMk id="3" creationId="{821929CE-DAEE-E9A8-34D1-43BB12B27002}"/>
          </ac:picMkLst>
        </pc:picChg>
        <pc:cxnChg chg="add mod">
          <ac:chgData name="Kevin Englehart" userId="60bfdd56-b43c-4fbd-a834-96ba8e0139fb" providerId="ADAL" clId="{086F63D6-B251-CC49-BB34-B29996CD517A}" dt="2023-09-28T17:18:39.006" v="987" actId="1037"/>
          <ac:cxnSpMkLst>
            <pc:docMk/>
            <pc:sldMk cId="2662663314" sldId="266"/>
            <ac:cxnSpMk id="4" creationId="{7492604C-E0B9-608E-ACCE-76C1233893C0}"/>
          </ac:cxnSpMkLst>
        </pc:cxnChg>
        <pc:cxnChg chg="add mod">
          <ac:chgData name="Kevin Englehart" userId="60bfdd56-b43c-4fbd-a834-96ba8e0139fb" providerId="ADAL" clId="{086F63D6-B251-CC49-BB34-B29996CD517A}" dt="2023-09-28T17:18:50.090" v="997" actId="1038"/>
          <ac:cxnSpMkLst>
            <pc:docMk/>
            <pc:sldMk cId="2662663314" sldId="266"/>
            <ac:cxnSpMk id="5" creationId="{ED743935-BF0B-0E79-8EC9-D2750B0CF845}"/>
          </ac:cxnSpMkLst>
        </pc:cxnChg>
        <pc:cxnChg chg="add mod">
          <ac:chgData name="Kevin Englehart" userId="60bfdd56-b43c-4fbd-a834-96ba8e0139fb" providerId="ADAL" clId="{086F63D6-B251-CC49-BB34-B29996CD517A}" dt="2023-09-28T17:18:39.006" v="987" actId="1037"/>
          <ac:cxnSpMkLst>
            <pc:docMk/>
            <pc:sldMk cId="2662663314" sldId="266"/>
            <ac:cxnSpMk id="6" creationId="{EB1434AA-9566-2193-0720-881EA1F0ECE7}"/>
          </ac:cxnSpMkLst>
        </pc:cxnChg>
        <pc:cxnChg chg="add mod">
          <ac:chgData name="Kevin Englehart" userId="60bfdd56-b43c-4fbd-a834-96ba8e0139fb" providerId="ADAL" clId="{086F63D6-B251-CC49-BB34-B29996CD517A}" dt="2023-09-28T17:18:50.090" v="997" actId="1038"/>
          <ac:cxnSpMkLst>
            <pc:docMk/>
            <pc:sldMk cId="2662663314" sldId="266"/>
            <ac:cxnSpMk id="7" creationId="{0E5A4346-8972-6349-2C93-F4D75087266D}"/>
          </ac:cxnSpMkLst>
        </pc:cxnChg>
        <pc:cxnChg chg="add mod">
          <ac:chgData name="Kevin Englehart" userId="60bfdd56-b43c-4fbd-a834-96ba8e0139fb" providerId="ADAL" clId="{086F63D6-B251-CC49-BB34-B29996CD517A}" dt="2023-09-28T17:18:39.006" v="987" actId="1037"/>
          <ac:cxnSpMkLst>
            <pc:docMk/>
            <pc:sldMk cId="2662663314" sldId="266"/>
            <ac:cxnSpMk id="8" creationId="{3ABC57A2-6651-42E6-D27C-2DF7EB4F5680}"/>
          </ac:cxnSpMkLst>
        </pc:cxnChg>
        <pc:cxnChg chg="add mod">
          <ac:chgData name="Kevin Englehart" userId="60bfdd56-b43c-4fbd-a834-96ba8e0139fb" providerId="ADAL" clId="{086F63D6-B251-CC49-BB34-B29996CD517A}" dt="2023-09-28T17:18:50.090" v="997" actId="1038"/>
          <ac:cxnSpMkLst>
            <pc:docMk/>
            <pc:sldMk cId="2662663314" sldId="266"/>
            <ac:cxnSpMk id="9" creationId="{82CCB31E-9E40-0D3C-5125-72B2412E2997}"/>
          </ac:cxnSpMkLst>
        </pc:cxnChg>
        <pc:cxnChg chg="add mod">
          <ac:chgData name="Kevin Englehart" userId="60bfdd56-b43c-4fbd-a834-96ba8e0139fb" providerId="ADAL" clId="{086F63D6-B251-CC49-BB34-B29996CD517A}" dt="2023-09-28T17:18:39.006" v="987" actId="1037"/>
          <ac:cxnSpMkLst>
            <pc:docMk/>
            <pc:sldMk cId="2662663314" sldId="266"/>
            <ac:cxnSpMk id="10" creationId="{9C2C6BFA-83E7-4CF8-F5E8-6DCEEAAC9A62}"/>
          </ac:cxnSpMkLst>
        </pc:cxnChg>
        <pc:cxnChg chg="add mod">
          <ac:chgData name="Kevin Englehart" userId="60bfdd56-b43c-4fbd-a834-96ba8e0139fb" providerId="ADAL" clId="{086F63D6-B251-CC49-BB34-B29996CD517A}" dt="2023-09-28T17:18:50.090" v="997" actId="1038"/>
          <ac:cxnSpMkLst>
            <pc:docMk/>
            <pc:sldMk cId="2662663314" sldId="266"/>
            <ac:cxnSpMk id="11" creationId="{639125BC-40D5-DA72-5343-1BBA2389986C}"/>
          </ac:cxnSpMkLst>
        </pc:cxnChg>
        <pc:cxnChg chg="add del mod">
          <ac:chgData name="Kevin Englehart" userId="60bfdd56-b43c-4fbd-a834-96ba8e0139fb" providerId="ADAL" clId="{086F63D6-B251-CC49-BB34-B29996CD517A}" dt="2023-09-28T17:23:05.936" v="1008" actId="478"/>
          <ac:cxnSpMkLst>
            <pc:docMk/>
            <pc:sldMk cId="2662663314" sldId="266"/>
            <ac:cxnSpMk id="16" creationId="{BCD138DA-8D53-1BB3-5DF3-0E64DB24E2E0}"/>
          </ac:cxnSpMkLst>
        </pc:cxnChg>
        <pc:cxnChg chg="add del mod">
          <ac:chgData name="Kevin Englehart" userId="60bfdd56-b43c-4fbd-a834-96ba8e0139fb" providerId="ADAL" clId="{086F63D6-B251-CC49-BB34-B29996CD517A}" dt="2023-09-28T17:23:03.963" v="1007" actId="478"/>
          <ac:cxnSpMkLst>
            <pc:docMk/>
            <pc:sldMk cId="2662663314" sldId="266"/>
            <ac:cxnSpMk id="17" creationId="{3A7111BA-2B02-E057-C66F-359F07B221D3}"/>
          </ac:cxnSpMkLst>
        </pc:cxnChg>
        <pc:cxnChg chg="add mod">
          <ac:chgData name="Kevin Englehart" userId="60bfdd56-b43c-4fbd-a834-96ba8e0139fb" providerId="ADAL" clId="{086F63D6-B251-CC49-BB34-B29996CD517A}" dt="2023-09-28T17:19:19.149" v="1002" actId="692"/>
          <ac:cxnSpMkLst>
            <pc:docMk/>
            <pc:sldMk cId="2662663314" sldId="266"/>
            <ac:cxnSpMk id="19" creationId="{57838625-2A3D-BDEB-DF9D-FEC90759E121}"/>
          </ac:cxnSpMkLst>
        </pc:cxnChg>
        <pc:cxnChg chg="add mod">
          <ac:chgData name="Kevin Englehart" userId="60bfdd56-b43c-4fbd-a834-96ba8e0139fb" providerId="ADAL" clId="{086F63D6-B251-CC49-BB34-B29996CD517A}" dt="2023-09-28T17:19:24.752" v="1004" actId="1076"/>
          <ac:cxnSpMkLst>
            <pc:docMk/>
            <pc:sldMk cId="2662663314" sldId="266"/>
            <ac:cxnSpMk id="20" creationId="{E94B4746-1156-AFD7-75EB-35E36641031A}"/>
          </ac:cxnSpMkLst>
        </pc:cxnChg>
        <pc:cxnChg chg="add mod">
          <ac:chgData name="Kevin Englehart" userId="60bfdd56-b43c-4fbd-a834-96ba8e0139fb" providerId="ADAL" clId="{086F63D6-B251-CC49-BB34-B29996CD517A}" dt="2023-09-28T17:19:28.903" v="1006" actId="1076"/>
          <ac:cxnSpMkLst>
            <pc:docMk/>
            <pc:sldMk cId="2662663314" sldId="266"/>
            <ac:cxnSpMk id="21" creationId="{C6EE8FAE-25A5-161F-DC17-2222CEA782BB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8T19:22:56.277" v="1051" actId="207"/>
        <pc:sldMkLst>
          <pc:docMk/>
          <pc:sldMk cId="2196848704" sldId="267"/>
        </pc:sldMkLst>
        <pc:spChg chg="add mod">
          <ac:chgData name="Kevin Englehart" userId="60bfdd56-b43c-4fbd-a834-96ba8e0139fb" providerId="ADAL" clId="{086F63D6-B251-CC49-BB34-B29996CD517A}" dt="2023-09-28T19:21:06.508" v="1015" actId="20577"/>
          <ac:spMkLst>
            <pc:docMk/>
            <pc:sldMk cId="2196848704" sldId="267"/>
            <ac:spMk id="7" creationId="{2B2A36AB-FC4C-9E08-E431-B0A5CAFD2945}"/>
          </ac:spMkLst>
        </pc:spChg>
        <pc:spChg chg="add del mod">
          <ac:chgData name="Kevin Englehart" userId="60bfdd56-b43c-4fbd-a834-96ba8e0139fb" providerId="ADAL" clId="{086F63D6-B251-CC49-BB34-B29996CD517A}" dt="2023-09-28T19:21:19.984" v="1022" actId="478"/>
          <ac:spMkLst>
            <pc:docMk/>
            <pc:sldMk cId="2196848704" sldId="267"/>
            <ac:spMk id="8" creationId="{09203EE4-7364-CB01-43B7-9C51AB4BE306}"/>
          </ac:spMkLst>
        </pc:spChg>
        <pc:spChg chg="add mod">
          <ac:chgData name="Kevin Englehart" userId="60bfdd56-b43c-4fbd-a834-96ba8e0139fb" providerId="ADAL" clId="{086F63D6-B251-CC49-BB34-B29996CD517A}" dt="2023-09-28T19:21:31.714" v="1030" actId="1076"/>
          <ac:spMkLst>
            <pc:docMk/>
            <pc:sldMk cId="2196848704" sldId="267"/>
            <ac:spMk id="9" creationId="{A4D594D5-830E-DBDA-7E91-DA48E61AD3ED}"/>
          </ac:spMkLst>
        </pc:spChg>
        <pc:spChg chg="add mod">
          <ac:chgData name="Kevin Englehart" userId="60bfdd56-b43c-4fbd-a834-96ba8e0139fb" providerId="ADAL" clId="{086F63D6-B251-CC49-BB34-B29996CD517A}" dt="2023-09-28T19:22:56.277" v="1051" actId="207"/>
          <ac:spMkLst>
            <pc:docMk/>
            <pc:sldMk cId="2196848704" sldId="267"/>
            <ac:spMk id="10" creationId="{50977AFF-DA90-899C-3BAE-90B830BC7663}"/>
          </ac:spMkLst>
        </pc:spChg>
        <pc:picChg chg="add mod">
          <ac:chgData name="Kevin Englehart" userId="60bfdd56-b43c-4fbd-a834-96ba8e0139fb" providerId="ADAL" clId="{086F63D6-B251-CC49-BB34-B29996CD517A}" dt="2023-09-28T19:21:12.985" v="1018" actId="1076"/>
          <ac:picMkLst>
            <pc:docMk/>
            <pc:sldMk cId="2196848704" sldId="267"/>
            <ac:picMk id="2" creationId="{140DF9DA-EB47-7900-EDDB-CA8291EFFE2C}"/>
          </ac:picMkLst>
        </pc:picChg>
        <pc:cxnChg chg="add mod">
          <ac:chgData name="Kevin Englehart" userId="60bfdd56-b43c-4fbd-a834-96ba8e0139fb" providerId="ADAL" clId="{086F63D6-B251-CC49-BB34-B29996CD517A}" dt="2023-09-28T19:21:53.207" v="1032" actId="692"/>
          <ac:cxnSpMkLst>
            <pc:docMk/>
            <pc:sldMk cId="2196848704" sldId="267"/>
            <ac:cxnSpMk id="4" creationId="{9ECE077F-B7F7-484E-E2E6-4DF223677E50}"/>
          </ac:cxnSpMkLst>
        </pc:cxnChg>
        <pc:cxnChg chg="add mod">
          <ac:chgData name="Kevin Englehart" userId="60bfdd56-b43c-4fbd-a834-96ba8e0139fb" providerId="ADAL" clId="{086F63D6-B251-CC49-BB34-B29996CD517A}" dt="2023-09-28T19:22:00.324" v="1034" actId="692"/>
          <ac:cxnSpMkLst>
            <pc:docMk/>
            <pc:sldMk cId="2196848704" sldId="267"/>
            <ac:cxnSpMk id="6" creationId="{7912743D-D436-D125-682F-A2B38C389D4C}"/>
          </ac:cxnSpMkLst>
        </pc:cxnChg>
      </pc:sldChg>
      <pc:sldChg chg="addSp modSp new mod">
        <pc:chgData name="Kevin Englehart" userId="60bfdd56-b43c-4fbd-a834-96ba8e0139fb" providerId="ADAL" clId="{086F63D6-B251-CC49-BB34-B29996CD517A}" dt="2023-09-28T19:56:22.754" v="1186" actId="14100"/>
        <pc:sldMkLst>
          <pc:docMk/>
          <pc:sldMk cId="408521981" sldId="268"/>
        </pc:sldMkLst>
        <pc:spChg chg="add mod">
          <ac:chgData name="Kevin Englehart" userId="60bfdd56-b43c-4fbd-a834-96ba8e0139fb" providerId="ADAL" clId="{086F63D6-B251-CC49-BB34-B29996CD517A}" dt="2023-09-28T19:51:58.300" v="1063" actId="1076"/>
          <ac:spMkLst>
            <pc:docMk/>
            <pc:sldMk cId="408521981" sldId="268"/>
            <ac:spMk id="6" creationId="{1D9EDA15-EB67-A2AD-7CD2-1C1917E635E6}"/>
          </ac:spMkLst>
        </pc:spChg>
        <pc:spChg chg="add mod">
          <ac:chgData name="Kevin Englehart" userId="60bfdd56-b43c-4fbd-a834-96ba8e0139fb" providerId="ADAL" clId="{086F63D6-B251-CC49-BB34-B29996CD517A}" dt="2023-09-28T19:52:15.613" v="1065" actId="1076"/>
          <ac:spMkLst>
            <pc:docMk/>
            <pc:sldMk cId="408521981" sldId="268"/>
            <ac:spMk id="10" creationId="{92C497C0-CADA-8657-8917-6334300E1FF4}"/>
          </ac:spMkLst>
        </pc:spChg>
        <pc:spChg chg="add mod">
          <ac:chgData name="Kevin Englehart" userId="60bfdd56-b43c-4fbd-a834-96ba8e0139fb" providerId="ADAL" clId="{086F63D6-B251-CC49-BB34-B29996CD517A}" dt="2023-09-28T19:53:04.464" v="1128" actId="1037"/>
          <ac:spMkLst>
            <pc:docMk/>
            <pc:sldMk cId="408521981" sldId="268"/>
            <ac:spMk id="11" creationId="{7C7B22AB-8C71-FAA7-8EDA-3A3AD906EB4D}"/>
          </ac:spMkLst>
        </pc:spChg>
        <pc:spChg chg="add mod">
          <ac:chgData name="Kevin Englehart" userId="60bfdd56-b43c-4fbd-a834-96ba8e0139fb" providerId="ADAL" clId="{086F63D6-B251-CC49-BB34-B29996CD517A}" dt="2023-09-28T19:53:04.464" v="1128" actId="1037"/>
          <ac:spMkLst>
            <pc:docMk/>
            <pc:sldMk cId="408521981" sldId="268"/>
            <ac:spMk id="12" creationId="{B5E31B9E-17D5-C2A3-A1C2-EF3624FA991D}"/>
          </ac:spMkLst>
        </pc:spChg>
        <pc:spChg chg="add mod">
          <ac:chgData name="Kevin Englehart" userId="60bfdd56-b43c-4fbd-a834-96ba8e0139fb" providerId="ADAL" clId="{086F63D6-B251-CC49-BB34-B29996CD517A}" dt="2023-09-28T19:53:55.858" v="1132" actId="1038"/>
          <ac:spMkLst>
            <pc:docMk/>
            <pc:sldMk cId="408521981" sldId="268"/>
            <ac:spMk id="13" creationId="{3A3910F5-0A98-EF57-0030-258FEA9617F9}"/>
          </ac:spMkLst>
        </pc:spChg>
        <pc:spChg chg="add mod">
          <ac:chgData name="Kevin Englehart" userId="60bfdd56-b43c-4fbd-a834-96ba8e0139fb" providerId="ADAL" clId="{086F63D6-B251-CC49-BB34-B29996CD517A}" dt="2023-09-28T19:54:14.282" v="1138" actId="1038"/>
          <ac:spMkLst>
            <pc:docMk/>
            <pc:sldMk cId="408521981" sldId="268"/>
            <ac:spMk id="14" creationId="{C38F4228-8EEB-E4B3-3EAA-D96B737A229D}"/>
          </ac:spMkLst>
        </pc:spChg>
        <pc:spChg chg="add mod">
          <ac:chgData name="Kevin Englehart" userId="60bfdd56-b43c-4fbd-a834-96ba8e0139fb" providerId="ADAL" clId="{086F63D6-B251-CC49-BB34-B29996CD517A}" dt="2023-09-28T19:54:37.476" v="1143" actId="1076"/>
          <ac:spMkLst>
            <pc:docMk/>
            <pc:sldMk cId="408521981" sldId="268"/>
            <ac:spMk id="15" creationId="{3D49CF78-27CB-19C0-B74E-62E7A30A5010}"/>
          </ac:spMkLst>
        </pc:spChg>
        <pc:spChg chg="add mod">
          <ac:chgData name="Kevin Englehart" userId="60bfdd56-b43c-4fbd-a834-96ba8e0139fb" providerId="ADAL" clId="{086F63D6-B251-CC49-BB34-B29996CD517A}" dt="2023-09-28T19:54:44.745" v="1145" actId="1038"/>
          <ac:spMkLst>
            <pc:docMk/>
            <pc:sldMk cId="408521981" sldId="268"/>
            <ac:spMk id="16" creationId="{6C94D0C3-0217-6FE2-542F-78D7749472F1}"/>
          </ac:spMkLst>
        </pc:spChg>
        <pc:spChg chg="add mod">
          <ac:chgData name="Kevin Englehart" userId="60bfdd56-b43c-4fbd-a834-96ba8e0139fb" providerId="ADAL" clId="{086F63D6-B251-CC49-BB34-B29996CD517A}" dt="2023-09-28T19:54:53.046" v="1147" actId="1076"/>
          <ac:spMkLst>
            <pc:docMk/>
            <pc:sldMk cId="408521981" sldId="268"/>
            <ac:spMk id="17" creationId="{CF400186-0D87-A916-5917-9AC533B494B1}"/>
          </ac:spMkLst>
        </pc:spChg>
        <pc:spChg chg="add mod">
          <ac:chgData name="Kevin Englehart" userId="60bfdd56-b43c-4fbd-a834-96ba8e0139fb" providerId="ADAL" clId="{086F63D6-B251-CC49-BB34-B29996CD517A}" dt="2023-09-28T19:55:03.024" v="1151" actId="1076"/>
          <ac:spMkLst>
            <pc:docMk/>
            <pc:sldMk cId="408521981" sldId="268"/>
            <ac:spMk id="18" creationId="{91F4C010-765E-F3C4-5AA8-843D21F55675}"/>
          </ac:spMkLst>
        </pc:spChg>
        <pc:spChg chg="add mod">
          <ac:chgData name="Kevin Englehart" userId="60bfdd56-b43c-4fbd-a834-96ba8e0139fb" providerId="ADAL" clId="{086F63D6-B251-CC49-BB34-B29996CD517A}" dt="2023-09-28T19:55:25.166" v="1157" actId="1076"/>
          <ac:spMkLst>
            <pc:docMk/>
            <pc:sldMk cId="408521981" sldId="268"/>
            <ac:spMk id="19" creationId="{F3D76C9A-A086-503B-8CCD-911743D365A9}"/>
          </ac:spMkLst>
        </pc:spChg>
        <pc:spChg chg="add mod">
          <ac:chgData name="Kevin Englehart" userId="60bfdd56-b43c-4fbd-a834-96ba8e0139fb" providerId="ADAL" clId="{086F63D6-B251-CC49-BB34-B29996CD517A}" dt="2023-09-28T19:55:40.546" v="1171" actId="1076"/>
          <ac:spMkLst>
            <pc:docMk/>
            <pc:sldMk cId="408521981" sldId="268"/>
            <ac:spMk id="20" creationId="{9B4295A7-9F27-5527-12C1-9A453CDFB65E}"/>
          </ac:spMkLst>
        </pc:spChg>
        <pc:spChg chg="add mod">
          <ac:chgData name="Kevin Englehart" userId="60bfdd56-b43c-4fbd-a834-96ba8e0139fb" providerId="ADAL" clId="{086F63D6-B251-CC49-BB34-B29996CD517A}" dt="2023-09-28T19:56:22.754" v="1186" actId="14100"/>
          <ac:spMkLst>
            <pc:docMk/>
            <pc:sldMk cId="408521981" sldId="268"/>
            <ac:spMk id="21" creationId="{E57D0E26-F7F0-1CEE-95A4-928323348A0D}"/>
          </ac:spMkLst>
        </pc:spChg>
        <pc:cxnChg chg="add mod">
          <ac:chgData name="Kevin Englehart" userId="60bfdd56-b43c-4fbd-a834-96ba8e0139fb" providerId="ADAL" clId="{086F63D6-B251-CC49-BB34-B29996CD517A}" dt="2023-09-28T19:51:43.649" v="1060" actId="14100"/>
          <ac:cxnSpMkLst>
            <pc:docMk/>
            <pc:sldMk cId="408521981" sldId="268"/>
            <ac:cxnSpMk id="3" creationId="{4B18D6F7-D273-16E0-B46F-C9835CCD91CB}"/>
          </ac:cxnSpMkLst>
        </pc:cxnChg>
        <pc:cxnChg chg="add mod">
          <ac:chgData name="Kevin Englehart" userId="60bfdd56-b43c-4fbd-a834-96ba8e0139fb" providerId="ADAL" clId="{086F63D6-B251-CC49-BB34-B29996CD517A}" dt="2023-09-28T19:51:50.244" v="1062" actId="14100"/>
          <ac:cxnSpMkLst>
            <pc:docMk/>
            <pc:sldMk cId="408521981" sldId="268"/>
            <ac:cxnSpMk id="5" creationId="{8A05158F-5F4C-C4EF-8D3E-327A070D92E8}"/>
          </ac:cxnSpMkLst>
        </pc:cxnChg>
      </pc:sldChg>
      <pc:sldChg chg="addSp modSp new mod">
        <pc:chgData name="Kevin Englehart" userId="60bfdd56-b43c-4fbd-a834-96ba8e0139fb" providerId="ADAL" clId="{086F63D6-B251-CC49-BB34-B29996CD517A}" dt="2023-09-29T16:02:22.256" v="1200" actId="692"/>
        <pc:sldMkLst>
          <pc:docMk/>
          <pc:sldMk cId="124889265" sldId="269"/>
        </pc:sldMkLst>
        <pc:picChg chg="add mod">
          <ac:chgData name="Kevin Englehart" userId="60bfdd56-b43c-4fbd-a834-96ba8e0139fb" providerId="ADAL" clId="{086F63D6-B251-CC49-BB34-B29996CD517A}" dt="2023-09-29T16:01:30.995" v="1189" actId="1076"/>
          <ac:picMkLst>
            <pc:docMk/>
            <pc:sldMk cId="124889265" sldId="269"/>
            <ac:picMk id="2" creationId="{669D0A84-C987-1255-7539-AEBA422F606E}"/>
          </ac:picMkLst>
        </pc:picChg>
        <pc:cxnChg chg="add mod">
          <ac:chgData name="Kevin Englehart" userId="60bfdd56-b43c-4fbd-a834-96ba8e0139fb" providerId="ADAL" clId="{086F63D6-B251-CC49-BB34-B29996CD517A}" dt="2023-09-29T16:02:22.256" v="1200" actId="692"/>
          <ac:cxnSpMkLst>
            <pc:docMk/>
            <pc:sldMk cId="124889265" sldId="269"/>
            <ac:cxnSpMk id="4" creationId="{55D0BA7F-96AA-E1A3-961D-8CF90A827373}"/>
          </ac:cxnSpMkLst>
        </pc:cxnChg>
        <pc:cxnChg chg="add mod">
          <ac:chgData name="Kevin Englehart" userId="60bfdd56-b43c-4fbd-a834-96ba8e0139fb" providerId="ADAL" clId="{086F63D6-B251-CC49-BB34-B29996CD517A}" dt="2023-09-29T16:02:14.238" v="1198" actId="692"/>
          <ac:cxnSpMkLst>
            <pc:docMk/>
            <pc:sldMk cId="124889265" sldId="269"/>
            <ac:cxnSpMk id="6" creationId="{5E64CBBF-2030-DA83-6F03-FBEDC3C98661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09-29T16:21:10.805" v="1318" actId="122"/>
        <pc:sldMkLst>
          <pc:docMk/>
          <pc:sldMk cId="3491591084" sldId="270"/>
        </pc:sldMkLst>
        <pc:spChg chg="add del mod">
          <ac:chgData name="Kevin Englehart" userId="60bfdd56-b43c-4fbd-a834-96ba8e0139fb" providerId="ADAL" clId="{086F63D6-B251-CC49-BB34-B29996CD517A}" dt="2023-09-29T16:17:56.696" v="1208" actId="478"/>
          <ac:spMkLst>
            <pc:docMk/>
            <pc:sldMk cId="3491591084" sldId="270"/>
            <ac:spMk id="4" creationId="{75FFF5A8-54B8-A465-333D-CA75B2FDD40F}"/>
          </ac:spMkLst>
        </pc:spChg>
        <pc:spChg chg="add del mod">
          <ac:chgData name="Kevin Englehart" userId="60bfdd56-b43c-4fbd-a834-96ba8e0139fb" providerId="ADAL" clId="{086F63D6-B251-CC49-BB34-B29996CD517A}" dt="2023-09-29T16:17:59.325" v="1210" actId="478"/>
          <ac:spMkLst>
            <pc:docMk/>
            <pc:sldMk cId="3491591084" sldId="270"/>
            <ac:spMk id="5" creationId="{70E0E38F-F87D-1EE6-E71C-6BCF82F1F62D}"/>
          </ac:spMkLst>
        </pc:spChg>
        <pc:spChg chg="add del mod">
          <ac:chgData name="Kevin Englehart" userId="60bfdd56-b43c-4fbd-a834-96ba8e0139fb" providerId="ADAL" clId="{086F63D6-B251-CC49-BB34-B29996CD517A}" dt="2023-09-29T16:18:21.080" v="1215" actId="478"/>
          <ac:spMkLst>
            <pc:docMk/>
            <pc:sldMk cId="3491591084" sldId="270"/>
            <ac:spMk id="6" creationId="{9E10B486-B426-F479-C919-B7E3213A8C56}"/>
          </ac:spMkLst>
        </pc:spChg>
        <pc:spChg chg="add del mod">
          <ac:chgData name="Kevin Englehart" userId="60bfdd56-b43c-4fbd-a834-96ba8e0139fb" providerId="ADAL" clId="{086F63D6-B251-CC49-BB34-B29996CD517A}" dt="2023-09-29T16:18:02.639" v="1212" actId="478"/>
          <ac:spMkLst>
            <pc:docMk/>
            <pc:sldMk cId="3491591084" sldId="270"/>
            <ac:spMk id="7" creationId="{CE1A99EC-4AA8-9A49-F0A4-998CC1089FBD}"/>
          </ac:spMkLst>
        </pc:spChg>
        <pc:spChg chg="add del mod">
          <ac:chgData name="Kevin Englehart" userId="60bfdd56-b43c-4fbd-a834-96ba8e0139fb" providerId="ADAL" clId="{086F63D6-B251-CC49-BB34-B29996CD517A}" dt="2023-09-29T16:17:57.974" v="1209" actId="478"/>
          <ac:spMkLst>
            <pc:docMk/>
            <pc:sldMk cId="3491591084" sldId="270"/>
            <ac:spMk id="8" creationId="{A181AC1D-93B0-2942-E00C-99FF941EB527}"/>
          </ac:spMkLst>
        </pc:spChg>
        <pc:spChg chg="add del mod">
          <ac:chgData name="Kevin Englehart" userId="60bfdd56-b43c-4fbd-a834-96ba8e0139fb" providerId="ADAL" clId="{086F63D6-B251-CC49-BB34-B29996CD517A}" dt="2023-09-29T16:17:59.325" v="1210" actId="478"/>
          <ac:spMkLst>
            <pc:docMk/>
            <pc:sldMk cId="3491591084" sldId="270"/>
            <ac:spMk id="9" creationId="{A3ED7BC1-118D-300B-623D-383B499F7AB8}"/>
          </ac:spMkLst>
        </pc:spChg>
        <pc:spChg chg="add del mod">
          <ac:chgData name="Kevin Englehart" userId="60bfdd56-b43c-4fbd-a834-96ba8e0139fb" providerId="ADAL" clId="{086F63D6-B251-CC49-BB34-B29996CD517A}" dt="2023-09-29T16:18:21.080" v="1215" actId="478"/>
          <ac:spMkLst>
            <pc:docMk/>
            <pc:sldMk cId="3491591084" sldId="270"/>
            <ac:spMk id="10" creationId="{0DCE246B-762B-B7D7-60B4-C6011A070164}"/>
          </ac:spMkLst>
        </pc:spChg>
        <pc:spChg chg="add del mod">
          <ac:chgData name="Kevin Englehart" userId="60bfdd56-b43c-4fbd-a834-96ba8e0139fb" providerId="ADAL" clId="{086F63D6-B251-CC49-BB34-B29996CD517A}" dt="2023-09-29T16:18:01.524" v="1211" actId="478"/>
          <ac:spMkLst>
            <pc:docMk/>
            <pc:sldMk cId="3491591084" sldId="270"/>
            <ac:spMk id="11" creationId="{BF3CDC80-6E04-56A0-2745-4E35607B4F18}"/>
          </ac:spMkLst>
        </pc:spChg>
        <pc:spChg chg="add mod">
          <ac:chgData name="Kevin Englehart" userId="60bfdd56-b43c-4fbd-a834-96ba8e0139fb" providerId="ADAL" clId="{086F63D6-B251-CC49-BB34-B29996CD517A}" dt="2023-09-29T16:18:56.628" v="1263" actId="1035"/>
          <ac:spMkLst>
            <pc:docMk/>
            <pc:sldMk cId="3491591084" sldId="270"/>
            <ac:spMk id="12" creationId="{643727AB-12EA-83A1-1654-64A6F3846369}"/>
          </ac:spMkLst>
        </pc:spChg>
        <pc:spChg chg="add mod">
          <ac:chgData name="Kevin Englehart" userId="60bfdd56-b43c-4fbd-a834-96ba8e0139fb" providerId="ADAL" clId="{086F63D6-B251-CC49-BB34-B29996CD517A}" dt="2023-09-29T16:18:49.189" v="1242" actId="1036"/>
          <ac:spMkLst>
            <pc:docMk/>
            <pc:sldMk cId="3491591084" sldId="270"/>
            <ac:spMk id="13" creationId="{1EF9AEC0-8615-3185-7B38-F3FCD9CA56DE}"/>
          </ac:spMkLst>
        </pc:spChg>
        <pc:spChg chg="add mod">
          <ac:chgData name="Kevin Englehart" userId="60bfdd56-b43c-4fbd-a834-96ba8e0139fb" providerId="ADAL" clId="{086F63D6-B251-CC49-BB34-B29996CD517A}" dt="2023-09-29T16:20:46.424" v="1313" actId="1076"/>
          <ac:spMkLst>
            <pc:docMk/>
            <pc:sldMk cId="3491591084" sldId="270"/>
            <ac:spMk id="14" creationId="{7EEBA2DF-5A00-E2DD-50B8-26D36890DCBB}"/>
          </ac:spMkLst>
        </pc:spChg>
        <pc:spChg chg="add mod">
          <ac:chgData name="Kevin Englehart" userId="60bfdd56-b43c-4fbd-a834-96ba8e0139fb" providerId="ADAL" clId="{086F63D6-B251-CC49-BB34-B29996CD517A}" dt="2023-09-29T16:21:10.805" v="1318" actId="122"/>
          <ac:spMkLst>
            <pc:docMk/>
            <pc:sldMk cId="3491591084" sldId="270"/>
            <ac:spMk id="15" creationId="{BCC5D4AB-CFD5-99F2-BB25-FB16644063CB}"/>
          </ac:spMkLst>
        </pc:spChg>
        <pc:spChg chg="add del mod">
          <ac:chgData name="Kevin Englehart" userId="60bfdd56-b43c-4fbd-a834-96ba8e0139fb" providerId="ADAL" clId="{086F63D6-B251-CC49-BB34-B29996CD517A}" dt="2023-09-29T16:21:02.419" v="1317" actId="478"/>
          <ac:spMkLst>
            <pc:docMk/>
            <pc:sldMk cId="3491591084" sldId="270"/>
            <ac:spMk id="16" creationId="{19232D98-F27B-F581-E51D-FFCC21D0E8E2}"/>
          </ac:spMkLst>
        </pc:spChg>
        <pc:spChg chg="add mod">
          <ac:chgData name="Kevin Englehart" userId="60bfdd56-b43c-4fbd-a834-96ba8e0139fb" providerId="ADAL" clId="{086F63D6-B251-CC49-BB34-B29996CD517A}" dt="2023-09-29T16:19:56.121" v="1294" actId="1076"/>
          <ac:spMkLst>
            <pc:docMk/>
            <pc:sldMk cId="3491591084" sldId="270"/>
            <ac:spMk id="17" creationId="{DE38916B-67B6-62F1-6BC4-E10086D33A33}"/>
          </ac:spMkLst>
        </pc:spChg>
        <pc:spChg chg="add mod">
          <ac:chgData name="Kevin Englehart" userId="60bfdd56-b43c-4fbd-a834-96ba8e0139fb" providerId="ADAL" clId="{086F63D6-B251-CC49-BB34-B29996CD517A}" dt="2023-09-29T16:20:20.210" v="1308" actId="20577"/>
          <ac:spMkLst>
            <pc:docMk/>
            <pc:sldMk cId="3491591084" sldId="270"/>
            <ac:spMk id="18" creationId="{483C4591-6594-6360-4D65-CB51B60BD42D}"/>
          </ac:spMkLst>
        </pc:spChg>
        <pc:cxnChg chg="add mod">
          <ac:chgData name="Kevin Englehart" userId="60bfdd56-b43c-4fbd-a834-96ba8e0139fb" providerId="ADAL" clId="{086F63D6-B251-CC49-BB34-B29996CD517A}" dt="2023-09-29T16:20:34.597" v="1310" actId="14100"/>
          <ac:cxnSpMkLst>
            <pc:docMk/>
            <pc:sldMk cId="3491591084" sldId="270"/>
            <ac:cxnSpMk id="2" creationId="{93F56D7C-C515-1574-5B0F-3BDB12BA5489}"/>
          </ac:cxnSpMkLst>
        </pc:cxnChg>
        <pc:cxnChg chg="add mod">
          <ac:chgData name="Kevin Englehart" userId="60bfdd56-b43c-4fbd-a834-96ba8e0139fb" providerId="ADAL" clId="{086F63D6-B251-CC49-BB34-B29996CD517A}" dt="2023-09-29T16:20:41.472" v="1312" actId="14100"/>
          <ac:cxnSpMkLst>
            <pc:docMk/>
            <pc:sldMk cId="3491591084" sldId="270"/>
            <ac:cxnSpMk id="3" creationId="{C363548C-2E8B-F15C-183F-AEC3FDB93328}"/>
          </ac:cxnSpMkLst>
        </pc:cxnChg>
      </pc:sldChg>
      <pc:sldChg chg="addSp modSp new mod">
        <pc:chgData name="Kevin Englehart" userId="60bfdd56-b43c-4fbd-a834-96ba8e0139fb" providerId="ADAL" clId="{086F63D6-B251-CC49-BB34-B29996CD517A}" dt="2023-09-29T19:35:13.560" v="1375" actId="1076"/>
        <pc:sldMkLst>
          <pc:docMk/>
          <pc:sldMk cId="4275387394" sldId="271"/>
        </pc:sldMkLst>
        <pc:picChg chg="add mod">
          <ac:chgData name="Kevin Englehart" userId="60bfdd56-b43c-4fbd-a834-96ba8e0139fb" providerId="ADAL" clId="{086F63D6-B251-CC49-BB34-B29996CD517A}" dt="2023-09-29T19:35:13.560" v="1375" actId="1076"/>
          <ac:picMkLst>
            <pc:docMk/>
            <pc:sldMk cId="4275387394" sldId="271"/>
            <ac:picMk id="2" creationId="{5066E41E-8F99-3B54-4560-E61A8B1478B3}"/>
          </ac:picMkLst>
        </pc:picChg>
      </pc:sldChg>
      <pc:sldChg chg="addSp delSp modSp new mod">
        <pc:chgData name="Kevin Englehart" userId="60bfdd56-b43c-4fbd-a834-96ba8e0139fb" providerId="ADAL" clId="{086F63D6-B251-CC49-BB34-B29996CD517A}" dt="2023-09-29T19:39:45.392" v="1466" actId="20577"/>
        <pc:sldMkLst>
          <pc:docMk/>
          <pc:sldMk cId="2426466125" sldId="272"/>
        </pc:sldMkLst>
        <pc:spChg chg="add mod">
          <ac:chgData name="Kevin Englehart" userId="60bfdd56-b43c-4fbd-a834-96ba8e0139fb" providerId="ADAL" clId="{086F63D6-B251-CC49-BB34-B29996CD517A}" dt="2023-09-29T19:32:28.796" v="1325"/>
          <ac:spMkLst>
            <pc:docMk/>
            <pc:sldMk cId="2426466125" sldId="272"/>
            <ac:spMk id="2" creationId="{99AE311E-D49A-37F9-DEBD-E9A8D0379E70}"/>
          </ac:spMkLst>
        </pc:spChg>
        <pc:spChg chg="add mod">
          <ac:chgData name="Kevin Englehart" userId="60bfdd56-b43c-4fbd-a834-96ba8e0139fb" providerId="ADAL" clId="{086F63D6-B251-CC49-BB34-B29996CD517A}" dt="2023-09-29T19:35:11.499" v="1374" actId="1035"/>
          <ac:spMkLst>
            <pc:docMk/>
            <pc:sldMk cId="2426466125" sldId="272"/>
            <ac:spMk id="4" creationId="{7C848518-FC9A-28F1-8C4E-409F1E7AC7C8}"/>
          </ac:spMkLst>
        </pc:spChg>
        <pc:spChg chg="add mod">
          <ac:chgData name="Kevin Englehart" userId="60bfdd56-b43c-4fbd-a834-96ba8e0139fb" providerId="ADAL" clId="{086F63D6-B251-CC49-BB34-B29996CD517A}" dt="2023-09-29T19:39:33.664" v="1464" actId="1076"/>
          <ac:spMkLst>
            <pc:docMk/>
            <pc:sldMk cId="2426466125" sldId="272"/>
            <ac:spMk id="5" creationId="{F4F2C43A-9D08-5AE2-B8BF-61E772894495}"/>
          </ac:spMkLst>
        </pc:spChg>
        <pc:spChg chg="add del mod">
          <ac:chgData name="Kevin Englehart" userId="60bfdd56-b43c-4fbd-a834-96ba8e0139fb" providerId="ADAL" clId="{086F63D6-B251-CC49-BB34-B29996CD517A}" dt="2023-09-29T19:32:42.067" v="1336" actId="478"/>
          <ac:spMkLst>
            <pc:docMk/>
            <pc:sldMk cId="2426466125" sldId="272"/>
            <ac:spMk id="7" creationId="{FA4480B9-82A3-EDA8-3016-D482542FAA91}"/>
          </ac:spMkLst>
        </pc:spChg>
        <pc:spChg chg="add mod">
          <ac:chgData name="Kevin Englehart" userId="60bfdd56-b43c-4fbd-a834-96ba8e0139fb" providerId="ADAL" clId="{086F63D6-B251-CC49-BB34-B29996CD517A}" dt="2023-09-29T19:32:51.081" v="1348" actId="1076"/>
          <ac:spMkLst>
            <pc:docMk/>
            <pc:sldMk cId="2426466125" sldId="272"/>
            <ac:spMk id="8" creationId="{BA77B59B-76CF-3DD7-E2F0-9FC1626AA9E7}"/>
          </ac:spMkLst>
        </pc:spChg>
        <pc:spChg chg="add del mod">
          <ac:chgData name="Kevin Englehart" userId="60bfdd56-b43c-4fbd-a834-96ba8e0139fb" providerId="ADAL" clId="{086F63D6-B251-CC49-BB34-B29996CD517A}" dt="2023-09-29T19:38:22.902" v="1449" actId="1038"/>
          <ac:spMkLst>
            <pc:docMk/>
            <pc:sldMk cId="2426466125" sldId="272"/>
            <ac:spMk id="9" creationId="{821F5FA7-EC13-E5CF-DCF9-C1515FBAF5CE}"/>
          </ac:spMkLst>
        </pc:spChg>
        <pc:spChg chg="add mod">
          <ac:chgData name="Kevin Englehart" userId="60bfdd56-b43c-4fbd-a834-96ba8e0139fb" providerId="ADAL" clId="{086F63D6-B251-CC49-BB34-B29996CD517A}" dt="2023-09-29T19:38:22.902" v="1449" actId="1038"/>
          <ac:spMkLst>
            <pc:docMk/>
            <pc:sldMk cId="2426466125" sldId="272"/>
            <ac:spMk id="10" creationId="{7D743F28-43A5-EFEA-95C7-233428B1FB8A}"/>
          </ac:spMkLst>
        </pc:spChg>
        <pc:spChg chg="add mod">
          <ac:chgData name="Kevin Englehart" userId="60bfdd56-b43c-4fbd-a834-96ba8e0139fb" providerId="ADAL" clId="{086F63D6-B251-CC49-BB34-B29996CD517A}" dt="2023-09-29T19:38:35.963" v="1452" actId="1076"/>
          <ac:spMkLst>
            <pc:docMk/>
            <pc:sldMk cId="2426466125" sldId="272"/>
            <ac:spMk id="12" creationId="{9A9B8270-3EF5-97B8-1305-983BB086094F}"/>
          </ac:spMkLst>
        </pc:spChg>
        <pc:spChg chg="add del mod">
          <ac:chgData name="Kevin Englehart" userId="60bfdd56-b43c-4fbd-a834-96ba8e0139fb" providerId="ADAL" clId="{086F63D6-B251-CC49-BB34-B29996CD517A}" dt="2023-09-29T19:36:40.475" v="1405" actId="478"/>
          <ac:spMkLst>
            <pc:docMk/>
            <pc:sldMk cId="2426466125" sldId="272"/>
            <ac:spMk id="13" creationId="{A2884BCB-52BF-0007-525B-113EAF894770}"/>
          </ac:spMkLst>
        </pc:spChg>
        <pc:spChg chg="add mod">
          <ac:chgData name="Kevin Englehart" userId="60bfdd56-b43c-4fbd-a834-96ba8e0139fb" providerId="ADAL" clId="{086F63D6-B251-CC49-BB34-B29996CD517A}" dt="2023-09-29T19:38:22.902" v="1449" actId="1038"/>
          <ac:spMkLst>
            <pc:docMk/>
            <pc:sldMk cId="2426466125" sldId="272"/>
            <ac:spMk id="15" creationId="{3A7400BC-3D0D-3C1F-D3D3-2A92CA16622E}"/>
          </ac:spMkLst>
        </pc:spChg>
        <pc:spChg chg="add del mod">
          <ac:chgData name="Kevin Englehart" userId="60bfdd56-b43c-4fbd-a834-96ba8e0139fb" providerId="ADAL" clId="{086F63D6-B251-CC49-BB34-B29996CD517A}" dt="2023-09-29T19:37:17.333" v="1418"/>
          <ac:spMkLst>
            <pc:docMk/>
            <pc:sldMk cId="2426466125" sldId="272"/>
            <ac:spMk id="16" creationId="{B009D7A8-5E8C-49FF-B978-5245A465C546}"/>
          </ac:spMkLst>
        </pc:spChg>
        <pc:spChg chg="add mod">
          <ac:chgData name="Kevin Englehart" userId="60bfdd56-b43c-4fbd-a834-96ba8e0139fb" providerId="ADAL" clId="{086F63D6-B251-CC49-BB34-B29996CD517A}" dt="2023-09-29T19:39:45.392" v="1466" actId="20577"/>
          <ac:spMkLst>
            <pc:docMk/>
            <pc:sldMk cId="2426466125" sldId="272"/>
            <ac:spMk id="19" creationId="{34B006D2-BACA-A21C-2985-AB45B1C341EA}"/>
          </ac:spMkLst>
        </pc:spChg>
        <pc:cxnChg chg="add mod">
          <ac:chgData name="Kevin Englehart" userId="60bfdd56-b43c-4fbd-a834-96ba8e0139fb" providerId="ADAL" clId="{086F63D6-B251-CC49-BB34-B29996CD517A}" dt="2023-09-29T19:32:28.796" v="1325"/>
          <ac:cxnSpMkLst>
            <pc:docMk/>
            <pc:sldMk cId="2426466125" sldId="272"/>
            <ac:cxnSpMk id="3" creationId="{5B3DB066-D1B5-970C-7D92-52BC16480423}"/>
          </ac:cxnSpMkLst>
        </pc:cxnChg>
        <pc:cxnChg chg="add mod">
          <ac:chgData name="Kevin Englehart" userId="60bfdd56-b43c-4fbd-a834-96ba8e0139fb" providerId="ADAL" clId="{086F63D6-B251-CC49-BB34-B29996CD517A}" dt="2023-09-29T19:38:33.025" v="1451" actId="14100"/>
          <ac:cxnSpMkLst>
            <pc:docMk/>
            <pc:sldMk cId="2426466125" sldId="272"/>
            <ac:cxnSpMk id="6" creationId="{EB779991-9DD6-E927-E449-C4B6D87D27F2}"/>
          </ac:cxnSpMkLst>
        </pc:cxnChg>
        <pc:cxnChg chg="add mod">
          <ac:chgData name="Kevin Englehart" userId="60bfdd56-b43c-4fbd-a834-96ba8e0139fb" providerId="ADAL" clId="{086F63D6-B251-CC49-BB34-B29996CD517A}" dt="2023-09-29T19:38:22.902" v="1449" actId="1038"/>
          <ac:cxnSpMkLst>
            <pc:docMk/>
            <pc:sldMk cId="2426466125" sldId="272"/>
            <ac:cxnSpMk id="11" creationId="{88746BA4-ED7E-1CEC-9A74-1B531D9A1ADA}"/>
          </ac:cxnSpMkLst>
        </pc:cxnChg>
        <pc:cxnChg chg="add del mod">
          <ac:chgData name="Kevin Englehart" userId="60bfdd56-b43c-4fbd-a834-96ba8e0139fb" providerId="ADAL" clId="{086F63D6-B251-CC49-BB34-B29996CD517A}" dt="2023-09-29T19:36:47.319" v="1407"/>
          <ac:cxnSpMkLst>
            <pc:docMk/>
            <pc:sldMk cId="2426466125" sldId="272"/>
            <ac:cxnSpMk id="14" creationId="{7B2C6B21-DDE3-84D3-4623-B58EAC0C4441}"/>
          </ac:cxnSpMkLst>
        </pc:cxnChg>
        <pc:cxnChg chg="add mod">
          <ac:chgData name="Kevin Englehart" userId="60bfdd56-b43c-4fbd-a834-96ba8e0139fb" providerId="ADAL" clId="{086F63D6-B251-CC49-BB34-B29996CD517A}" dt="2023-09-29T19:38:22.902" v="1449" actId="1038"/>
          <ac:cxnSpMkLst>
            <pc:docMk/>
            <pc:sldMk cId="2426466125" sldId="272"/>
            <ac:cxnSpMk id="17" creationId="{19AC6E1E-5A6E-7F1E-B0FA-2C9263EE2B12}"/>
          </ac:cxnSpMkLst>
        </pc:cxnChg>
      </pc:sldChg>
      <pc:sldChg chg="addSp delSp modSp new mod">
        <pc:chgData name="Kevin Englehart" userId="60bfdd56-b43c-4fbd-a834-96ba8e0139fb" providerId="ADAL" clId="{086F63D6-B251-CC49-BB34-B29996CD517A}" dt="2023-10-24T20:21:14.794" v="1682" actId="207"/>
        <pc:sldMkLst>
          <pc:docMk/>
          <pc:sldMk cId="838687163" sldId="275"/>
        </pc:sldMkLst>
        <pc:spChg chg="add mod">
          <ac:chgData name="Kevin Englehart" userId="60bfdd56-b43c-4fbd-a834-96ba8e0139fb" providerId="ADAL" clId="{086F63D6-B251-CC49-BB34-B29996CD517A}" dt="2023-10-24T20:01:59.363" v="1468"/>
          <ac:spMkLst>
            <pc:docMk/>
            <pc:sldMk cId="838687163" sldId="275"/>
            <ac:spMk id="2" creationId="{5C0B76AB-7F1C-511C-76C8-1F4C07D406F9}"/>
          </ac:spMkLst>
        </pc:spChg>
        <pc:spChg chg="add mod">
          <ac:chgData name="Kevin Englehart" userId="60bfdd56-b43c-4fbd-a834-96ba8e0139fb" providerId="ADAL" clId="{086F63D6-B251-CC49-BB34-B29996CD517A}" dt="2023-10-24T20:05:57.672" v="1567" actId="1076"/>
          <ac:spMkLst>
            <pc:docMk/>
            <pc:sldMk cId="838687163" sldId="275"/>
            <ac:spMk id="4" creationId="{49EF04BB-52DB-CD9D-985E-BBD4C8AF25D7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5" creationId="{CDDD43D1-EB6F-745E-DC46-169102C962BA}"/>
          </ac:spMkLst>
        </pc:spChg>
        <pc:spChg chg="add mod">
          <ac:chgData name="Kevin Englehart" userId="60bfdd56-b43c-4fbd-a834-96ba8e0139fb" providerId="ADAL" clId="{086F63D6-B251-CC49-BB34-B29996CD517A}" dt="2023-10-24T20:05:24.089" v="1555" actId="20577"/>
          <ac:spMkLst>
            <pc:docMk/>
            <pc:sldMk cId="838687163" sldId="275"/>
            <ac:spMk id="7" creationId="{0F488C03-A834-2825-8BCE-E7FB3038FC98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8" creationId="{932421B4-39C5-4DF9-04FC-A8E9A479C9CB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9" creationId="{50068872-1565-8E5C-C600-183E98BB0249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11" creationId="{79B4651D-84C8-9D28-7C25-4F496A3A07D6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12" creationId="{F4F8FC90-3FD4-8DD5-F658-1ADB89A0FBFF}"/>
          </ac:spMkLst>
        </pc:spChg>
        <pc:spChg chg="add mod">
          <ac:chgData name="Kevin Englehart" userId="60bfdd56-b43c-4fbd-a834-96ba8e0139fb" providerId="ADAL" clId="{086F63D6-B251-CC49-BB34-B29996CD517A}" dt="2023-10-24T20:03:44.778" v="1527" actId="1076"/>
          <ac:spMkLst>
            <pc:docMk/>
            <pc:sldMk cId="838687163" sldId="275"/>
            <ac:spMk id="14" creationId="{37914C39-5330-913D-8180-A434730238EA}"/>
          </ac:spMkLst>
        </pc:spChg>
        <pc:spChg chg="add mod">
          <ac:chgData name="Kevin Englehart" userId="60bfdd56-b43c-4fbd-a834-96ba8e0139fb" providerId="ADAL" clId="{086F63D6-B251-CC49-BB34-B29996CD517A}" dt="2023-10-24T20:03:19.833" v="1517" actId="1076"/>
          <ac:spMkLst>
            <pc:docMk/>
            <pc:sldMk cId="838687163" sldId="275"/>
            <ac:spMk id="16" creationId="{17E78D2B-06FD-711D-EC58-E2E761D584A2}"/>
          </ac:spMkLst>
        </pc:spChg>
        <pc:spChg chg="add mod">
          <ac:chgData name="Kevin Englehart" userId="60bfdd56-b43c-4fbd-a834-96ba8e0139fb" providerId="ADAL" clId="{086F63D6-B251-CC49-BB34-B29996CD517A}" dt="2023-10-24T20:03:29.250" v="1526" actId="1076"/>
          <ac:spMkLst>
            <pc:docMk/>
            <pc:sldMk cId="838687163" sldId="275"/>
            <ac:spMk id="17" creationId="{F4A4336D-BC52-30B5-F1EA-F9CA5B986A11}"/>
          </ac:spMkLst>
        </pc:spChg>
        <pc:spChg chg="add mod">
          <ac:chgData name="Kevin Englehart" userId="60bfdd56-b43c-4fbd-a834-96ba8e0139fb" providerId="ADAL" clId="{086F63D6-B251-CC49-BB34-B29996CD517A}" dt="2023-10-24T20:03:51.753" v="1529" actId="1076"/>
          <ac:spMkLst>
            <pc:docMk/>
            <pc:sldMk cId="838687163" sldId="275"/>
            <ac:spMk id="19" creationId="{1299AC59-7F5C-4319-2B5E-A22F429C7F04}"/>
          </ac:spMkLst>
        </pc:spChg>
        <pc:spChg chg="add mod">
          <ac:chgData name="Kevin Englehart" userId="60bfdd56-b43c-4fbd-a834-96ba8e0139fb" providerId="ADAL" clId="{086F63D6-B251-CC49-BB34-B29996CD517A}" dt="2023-10-24T20:04:41.308" v="1539" actId="1076"/>
          <ac:spMkLst>
            <pc:docMk/>
            <pc:sldMk cId="838687163" sldId="275"/>
            <ac:spMk id="20" creationId="{BF46FE1A-BEE1-E84B-7F39-C5C128D3BC0B}"/>
          </ac:spMkLst>
        </pc:spChg>
        <pc:spChg chg="add del mod">
          <ac:chgData name="Kevin Englehart" userId="60bfdd56-b43c-4fbd-a834-96ba8e0139fb" providerId="ADAL" clId="{086F63D6-B251-CC49-BB34-B29996CD517A}" dt="2023-10-24T20:06:42.797" v="1579" actId="20577"/>
          <ac:spMkLst>
            <pc:docMk/>
            <pc:sldMk cId="838687163" sldId="275"/>
            <ac:spMk id="22" creationId="{5C74583A-3514-0C2C-CA5B-CBF964E8E688}"/>
          </ac:spMkLst>
        </pc:spChg>
        <pc:spChg chg="add mod">
          <ac:chgData name="Kevin Englehart" userId="60bfdd56-b43c-4fbd-a834-96ba8e0139fb" providerId="ADAL" clId="{086F63D6-B251-CC49-BB34-B29996CD517A}" dt="2023-10-24T20:17:26.342" v="1625" actId="1076"/>
          <ac:spMkLst>
            <pc:docMk/>
            <pc:sldMk cId="838687163" sldId="275"/>
            <ac:spMk id="30" creationId="{90C09E35-CEB4-FEA8-9F00-4B875030DA4D}"/>
          </ac:spMkLst>
        </pc:spChg>
        <pc:spChg chg="add mod">
          <ac:chgData name="Kevin Englehart" userId="60bfdd56-b43c-4fbd-a834-96ba8e0139fb" providerId="ADAL" clId="{086F63D6-B251-CC49-BB34-B29996CD517A}" dt="2023-10-24T20:19:04.169" v="1669" actId="1076"/>
          <ac:spMkLst>
            <pc:docMk/>
            <pc:sldMk cId="838687163" sldId="275"/>
            <ac:spMk id="31" creationId="{9D60893B-8E18-0A51-9DB5-C9E832A0F72A}"/>
          </ac:spMkLst>
        </pc:spChg>
        <pc:spChg chg="add mod">
          <ac:chgData name="Kevin Englehart" userId="60bfdd56-b43c-4fbd-a834-96ba8e0139fb" providerId="ADAL" clId="{086F63D6-B251-CC49-BB34-B29996CD517A}" dt="2023-10-24T20:09:09.896" v="1612" actId="255"/>
          <ac:spMkLst>
            <pc:docMk/>
            <pc:sldMk cId="838687163" sldId="275"/>
            <ac:spMk id="36" creationId="{43746E10-9A03-8D31-2B08-F8F217DBB282}"/>
          </ac:spMkLst>
        </pc:spChg>
        <pc:spChg chg="add mod">
          <ac:chgData name="Kevin Englehart" userId="60bfdd56-b43c-4fbd-a834-96ba8e0139fb" providerId="ADAL" clId="{086F63D6-B251-CC49-BB34-B29996CD517A}" dt="2023-10-24T20:09:49.235" v="1620" actId="1076"/>
          <ac:spMkLst>
            <pc:docMk/>
            <pc:sldMk cId="838687163" sldId="275"/>
            <ac:spMk id="37" creationId="{2F0247AB-BF62-65E3-7E2B-19A5E95CFAC9}"/>
          </ac:spMkLst>
        </pc:spChg>
        <pc:spChg chg="add mod">
          <ac:chgData name="Kevin Englehart" userId="60bfdd56-b43c-4fbd-a834-96ba8e0139fb" providerId="ADAL" clId="{086F63D6-B251-CC49-BB34-B29996CD517A}" dt="2023-10-24T20:17:26.342" v="1625" actId="1076"/>
          <ac:spMkLst>
            <pc:docMk/>
            <pc:sldMk cId="838687163" sldId="275"/>
            <ac:spMk id="38" creationId="{31B0C12D-2740-28E2-5335-3ED8AAFC07E2}"/>
          </ac:spMkLst>
        </pc:spChg>
        <pc:spChg chg="add mod">
          <ac:chgData name="Kevin Englehart" userId="60bfdd56-b43c-4fbd-a834-96ba8e0139fb" providerId="ADAL" clId="{086F63D6-B251-CC49-BB34-B29996CD517A}" dt="2023-10-24T20:09:59.234" v="1622" actId="1076"/>
          <ac:spMkLst>
            <pc:docMk/>
            <pc:sldMk cId="838687163" sldId="275"/>
            <ac:spMk id="40" creationId="{43477823-52CB-5C66-0680-F5BE59A3101D}"/>
          </ac:spMkLst>
        </pc:spChg>
        <pc:spChg chg="add mod">
          <ac:chgData name="Kevin Englehart" userId="60bfdd56-b43c-4fbd-a834-96ba8e0139fb" providerId="ADAL" clId="{086F63D6-B251-CC49-BB34-B29996CD517A}" dt="2023-10-24T20:18:45.495" v="1667" actId="20577"/>
          <ac:spMkLst>
            <pc:docMk/>
            <pc:sldMk cId="838687163" sldId="275"/>
            <ac:spMk id="41" creationId="{C913D210-94E1-BD2E-B1A8-B249602817B8}"/>
          </ac:spMkLst>
        </pc:spChg>
        <pc:spChg chg="add del">
          <ac:chgData name="Kevin Englehart" userId="60bfdd56-b43c-4fbd-a834-96ba8e0139fb" providerId="ADAL" clId="{086F63D6-B251-CC49-BB34-B29996CD517A}" dt="2023-10-24T20:19:49.404" v="1673" actId="478"/>
          <ac:spMkLst>
            <pc:docMk/>
            <pc:sldMk cId="838687163" sldId="275"/>
            <ac:spMk id="42" creationId="{086D325F-96FC-420D-B575-BEB68AF3564E}"/>
          </ac:spMkLst>
        </pc:spChg>
        <pc:spChg chg="add">
          <ac:chgData name="Kevin Englehart" userId="60bfdd56-b43c-4fbd-a834-96ba8e0139fb" providerId="ADAL" clId="{086F63D6-B251-CC49-BB34-B29996CD517A}" dt="2023-10-24T20:20:07.048" v="1674" actId="11529"/>
          <ac:spMkLst>
            <pc:docMk/>
            <pc:sldMk cId="838687163" sldId="275"/>
            <ac:spMk id="43" creationId="{75FD4A2B-D518-6B53-32B7-93A9099D1EFE}"/>
          </ac:spMkLst>
        </pc:spChg>
        <pc:spChg chg="add mod">
          <ac:chgData name="Kevin Englehart" userId="60bfdd56-b43c-4fbd-a834-96ba8e0139fb" providerId="ADAL" clId="{086F63D6-B251-CC49-BB34-B29996CD517A}" dt="2023-10-24T20:21:14.794" v="1682" actId="207"/>
          <ac:spMkLst>
            <pc:docMk/>
            <pc:sldMk cId="838687163" sldId="275"/>
            <ac:spMk id="44" creationId="{939847CC-68F0-C96E-CB4D-4172129C6D97}"/>
          </ac:spMkLst>
        </pc:spChg>
        <pc:cxnChg chg="add mod">
          <ac:chgData name="Kevin Englehart" userId="60bfdd56-b43c-4fbd-a834-96ba8e0139fb" providerId="ADAL" clId="{086F63D6-B251-CC49-BB34-B29996CD517A}" dt="2023-10-24T20:01:59.363" v="1468"/>
          <ac:cxnSpMkLst>
            <pc:docMk/>
            <pc:sldMk cId="838687163" sldId="275"/>
            <ac:cxnSpMk id="3" creationId="{0743760D-ED37-8EA3-68A6-FD34260AF850}"/>
          </ac:cxnSpMkLst>
        </pc:cxnChg>
        <pc:cxnChg chg="add mod">
          <ac:chgData name="Kevin Englehart" userId="60bfdd56-b43c-4fbd-a834-96ba8e0139fb" providerId="ADAL" clId="{086F63D6-B251-CC49-BB34-B29996CD517A}" dt="2023-10-24T20:03:44.778" v="1527" actId="1076"/>
          <ac:cxnSpMkLst>
            <pc:docMk/>
            <pc:sldMk cId="838687163" sldId="275"/>
            <ac:cxnSpMk id="6" creationId="{0727339D-7F16-0581-9E61-F4B2E1AD4046}"/>
          </ac:cxnSpMkLst>
        </pc:cxnChg>
        <pc:cxnChg chg="add mod">
          <ac:chgData name="Kevin Englehart" userId="60bfdd56-b43c-4fbd-a834-96ba8e0139fb" providerId="ADAL" clId="{086F63D6-B251-CC49-BB34-B29996CD517A}" dt="2023-10-24T20:03:44.778" v="1527" actId="1076"/>
          <ac:cxnSpMkLst>
            <pc:docMk/>
            <pc:sldMk cId="838687163" sldId="275"/>
            <ac:cxnSpMk id="10" creationId="{C83449F8-D7D6-57EE-9AD2-B28F216C9470}"/>
          </ac:cxnSpMkLst>
        </pc:cxnChg>
        <pc:cxnChg chg="add mod">
          <ac:chgData name="Kevin Englehart" userId="60bfdd56-b43c-4fbd-a834-96ba8e0139fb" providerId="ADAL" clId="{086F63D6-B251-CC49-BB34-B29996CD517A}" dt="2023-10-24T20:03:44.778" v="1527" actId="1076"/>
          <ac:cxnSpMkLst>
            <pc:docMk/>
            <pc:sldMk cId="838687163" sldId="275"/>
            <ac:cxnSpMk id="13" creationId="{EACD131E-D58C-70A9-F6DA-ED270D2C2E42}"/>
          </ac:cxnSpMkLst>
        </pc:cxnChg>
        <pc:cxnChg chg="add mod">
          <ac:chgData name="Kevin Englehart" userId="60bfdd56-b43c-4fbd-a834-96ba8e0139fb" providerId="ADAL" clId="{086F63D6-B251-CC49-BB34-B29996CD517A}" dt="2023-10-24T20:03:01.078" v="1512" actId="1076"/>
          <ac:cxnSpMkLst>
            <pc:docMk/>
            <pc:sldMk cId="838687163" sldId="275"/>
            <ac:cxnSpMk id="15" creationId="{1F96D747-0333-FD1D-4B73-196597F4A7B1}"/>
          </ac:cxnSpMkLst>
        </pc:cxnChg>
        <pc:cxnChg chg="add mod">
          <ac:chgData name="Kevin Englehart" userId="60bfdd56-b43c-4fbd-a834-96ba8e0139fb" providerId="ADAL" clId="{086F63D6-B251-CC49-BB34-B29996CD517A}" dt="2023-10-24T20:03:51.753" v="1529" actId="1076"/>
          <ac:cxnSpMkLst>
            <pc:docMk/>
            <pc:sldMk cId="838687163" sldId="275"/>
            <ac:cxnSpMk id="18" creationId="{9A0C9FF0-B869-DBF7-0585-5FB683AEAB6B}"/>
          </ac:cxnSpMkLst>
        </pc:cxnChg>
        <pc:cxnChg chg="add mod">
          <ac:chgData name="Kevin Englehart" userId="60bfdd56-b43c-4fbd-a834-96ba8e0139fb" providerId="ADAL" clId="{086F63D6-B251-CC49-BB34-B29996CD517A}" dt="2023-10-24T20:04:50.611" v="1541" actId="1076"/>
          <ac:cxnSpMkLst>
            <pc:docMk/>
            <pc:sldMk cId="838687163" sldId="275"/>
            <ac:cxnSpMk id="21" creationId="{C511D96C-F736-525B-4049-D2001162ADB0}"/>
          </ac:cxnSpMkLst>
        </pc:cxnChg>
        <pc:cxnChg chg="add mod">
          <ac:chgData name="Kevin Englehart" userId="60bfdd56-b43c-4fbd-a834-96ba8e0139fb" providerId="ADAL" clId="{086F63D6-B251-CC49-BB34-B29996CD517A}" dt="2023-10-24T20:17:26.342" v="1625" actId="1076"/>
          <ac:cxnSpMkLst>
            <pc:docMk/>
            <pc:sldMk cId="838687163" sldId="275"/>
            <ac:cxnSpMk id="23" creationId="{AC7E6A24-4B9C-C36F-D02D-A51E00EA4E48}"/>
          </ac:cxnSpMkLst>
        </pc:cxnChg>
        <pc:cxnChg chg="add">
          <ac:chgData name="Kevin Englehart" userId="60bfdd56-b43c-4fbd-a834-96ba8e0139fb" providerId="ADAL" clId="{086F63D6-B251-CC49-BB34-B29996CD517A}" dt="2023-10-24T20:07:00.056" v="1580" actId="11529"/>
          <ac:cxnSpMkLst>
            <pc:docMk/>
            <pc:sldMk cId="838687163" sldId="275"/>
            <ac:cxnSpMk id="24" creationId="{F6A8E511-DC29-B241-3A37-A731DD312F5E}"/>
          </ac:cxnSpMkLst>
        </pc:cxnChg>
        <pc:cxnChg chg="add mod">
          <ac:chgData name="Kevin Englehart" userId="60bfdd56-b43c-4fbd-a834-96ba8e0139fb" providerId="ADAL" clId="{086F63D6-B251-CC49-BB34-B29996CD517A}" dt="2023-10-24T20:17:26.342" v="1625" actId="1076"/>
          <ac:cxnSpMkLst>
            <pc:docMk/>
            <pc:sldMk cId="838687163" sldId="275"/>
            <ac:cxnSpMk id="25" creationId="{7AA94CEE-0718-A61D-F8CE-97DF73CA1AAB}"/>
          </ac:cxnSpMkLst>
        </pc:cxnChg>
        <pc:cxnChg chg="add">
          <ac:chgData name="Kevin Englehart" userId="60bfdd56-b43c-4fbd-a834-96ba8e0139fb" providerId="ADAL" clId="{086F63D6-B251-CC49-BB34-B29996CD517A}" dt="2023-10-24T20:07:11" v="1581" actId="11529"/>
          <ac:cxnSpMkLst>
            <pc:docMk/>
            <pc:sldMk cId="838687163" sldId="275"/>
            <ac:cxnSpMk id="26" creationId="{F50EF487-A758-9568-3966-8D1F01A443E1}"/>
          </ac:cxnSpMkLst>
        </pc:cxnChg>
        <pc:cxnChg chg="add mod">
          <ac:chgData name="Kevin Englehart" userId="60bfdd56-b43c-4fbd-a834-96ba8e0139fb" providerId="ADAL" clId="{086F63D6-B251-CC49-BB34-B29996CD517A}" dt="2023-10-24T20:19:19.774" v="1670" actId="692"/>
          <ac:cxnSpMkLst>
            <pc:docMk/>
            <pc:sldMk cId="838687163" sldId="275"/>
            <ac:cxnSpMk id="27" creationId="{3C573493-DAB4-CB36-A671-846FA3787293}"/>
          </ac:cxnSpMkLst>
        </pc:cxnChg>
        <pc:cxnChg chg="add mod">
          <ac:chgData name="Kevin Englehart" userId="60bfdd56-b43c-4fbd-a834-96ba8e0139fb" providerId="ADAL" clId="{086F63D6-B251-CC49-BB34-B29996CD517A}" dt="2023-10-24T20:19:24.534" v="1671" actId="692"/>
          <ac:cxnSpMkLst>
            <pc:docMk/>
            <pc:sldMk cId="838687163" sldId="275"/>
            <ac:cxnSpMk id="28" creationId="{4C197084-1777-C64B-D65F-DAFCB1C6954D}"/>
          </ac:cxnSpMkLst>
        </pc:cxnChg>
        <pc:cxnChg chg="add del mod">
          <ac:chgData name="Kevin Englehart" userId="60bfdd56-b43c-4fbd-a834-96ba8e0139fb" providerId="ADAL" clId="{086F63D6-B251-CC49-BB34-B29996CD517A}" dt="2023-10-24T20:07:43.213" v="1587" actId="11529"/>
          <ac:cxnSpMkLst>
            <pc:docMk/>
            <pc:sldMk cId="838687163" sldId="275"/>
            <ac:cxnSpMk id="28" creationId="{5663A4B5-8B91-3132-C223-588E167A7A9B}"/>
          </ac:cxnSpMkLst>
        </pc:cxnChg>
        <pc:cxnChg chg="add del mod">
          <ac:chgData name="Kevin Englehart" userId="60bfdd56-b43c-4fbd-a834-96ba8e0139fb" providerId="ADAL" clId="{086F63D6-B251-CC49-BB34-B29996CD517A}" dt="2023-10-24T20:18:56.956" v="1668" actId="478"/>
          <ac:cxnSpMkLst>
            <pc:docMk/>
            <pc:sldMk cId="838687163" sldId="275"/>
            <ac:cxnSpMk id="29" creationId="{908FE0EF-2106-AE47-FA44-ABBFFC0B3512}"/>
          </ac:cxnSpMkLst>
        </pc:cxnChg>
        <pc:cxnChg chg="add mod">
          <ac:chgData name="Kevin Englehart" userId="60bfdd56-b43c-4fbd-a834-96ba8e0139fb" providerId="ADAL" clId="{086F63D6-B251-CC49-BB34-B29996CD517A}" dt="2023-10-24T20:08:03.211" v="1590" actId="1582"/>
          <ac:cxnSpMkLst>
            <pc:docMk/>
            <pc:sldMk cId="838687163" sldId="275"/>
            <ac:cxnSpMk id="32" creationId="{7BE07693-BA75-4E33-2739-3E4986D4F260}"/>
          </ac:cxnSpMkLst>
        </pc:cxnChg>
        <pc:cxnChg chg="add mod">
          <ac:chgData name="Kevin Englehart" userId="60bfdd56-b43c-4fbd-a834-96ba8e0139fb" providerId="ADAL" clId="{086F63D6-B251-CC49-BB34-B29996CD517A}" dt="2023-10-24T20:08:36.248" v="1607" actId="1038"/>
          <ac:cxnSpMkLst>
            <pc:docMk/>
            <pc:sldMk cId="838687163" sldId="275"/>
            <ac:cxnSpMk id="33" creationId="{F48BB43A-322A-AA89-B23E-6C8969A4396F}"/>
          </ac:cxnSpMkLst>
        </pc:cxnChg>
        <pc:cxnChg chg="add mod">
          <ac:chgData name="Kevin Englehart" userId="60bfdd56-b43c-4fbd-a834-96ba8e0139fb" providerId="ADAL" clId="{086F63D6-B251-CC49-BB34-B29996CD517A}" dt="2023-10-24T20:08:17.261" v="1595" actId="1076"/>
          <ac:cxnSpMkLst>
            <pc:docMk/>
            <pc:sldMk cId="838687163" sldId="275"/>
            <ac:cxnSpMk id="34" creationId="{6939ED03-9239-8F4E-AAC0-64E988AA6A65}"/>
          </ac:cxnSpMkLst>
        </pc:cxnChg>
        <pc:cxnChg chg="add mod">
          <ac:chgData name="Kevin Englehart" userId="60bfdd56-b43c-4fbd-a834-96ba8e0139fb" providerId="ADAL" clId="{086F63D6-B251-CC49-BB34-B29996CD517A}" dt="2023-10-24T20:19:04.169" v="1669" actId="1076"/>
          <ac:cxnSpMkLst>
            <pc:docMk/>
            <pc:sldMk cId="838687163" sldId="275"/>
            <ac:cxnSpMk id="35" creationId="{A5837292-A58D-D769-CD8F-125990643B1F}"/>
          </ac:cxnSpMkLst>
        </pc:cxnChg>
        <pc:cxnChg chg="add mod">
          <ac:chgData name="Kevin Englehart" userId="60bfdd56-b43c-4fbd-a834-96ba8e0139fb" providerId="ADAL" clId="{086F63D6-B251-CC49-BB34-B29996CD517A}" dt="2023-10-24T20:09:49.235" v="1620" actId="1076"/>
          <ac:cxnSpMkLst>
            <pc:docMk/>
            <pc:sldMk cId="838687163" sldId="275"/>
            <ac:cxnSpMk id="39" creationId="{59F47AFF-354E-85C0-C60B-1DA9DBFA19B5}"/>
          </ac:cxnSpMkLst>
        </pc:cxnChg>
      </pc:sldChg>
      <pc:sldChg chg="new">
        <pc:chgData name="Kevin Englehart" userId="60bfdd56-b43c-4fbd-a834-96ba8e0139fb" providerId="ADAL" clId="{086F63D6-B251-CC49-BB34-B29996CD517A}" dt="2023-10-26T17:42:48.674" v="1683" actId="680"/>
        <pc:sldMkLst>
          <pc:docMk/>
          <pc:sldMk cId="3502976763" sldId="277"/>
        </pc:sldMkLst>
      </pc:sldChg>
      <pc:sldChg chg="addSp delSp modSp new mod">
        <pc:chgData name="Kevin Englehart" userId="60bfdd56-b43c-4fbd-a834-96ba8e0139fb" providerId="ADAL" clId="{086F63D6-B251-CC49-BB34-B29996CD517A}" dt="2023-10-26T18:20:48.161" v="1779" actId="20577"/>
        <pc:sldMkLst>
          <pc:docMk/>
          <pc:sldMk cId="902017560" sldId="278"/>
        </pc:sldMkLst>
        <pc:spChg chg="add mod">
          <ac:chgData name="Kevin Englehart" userId="60bfdd56-b43c-4fbd-a834-96ba8e0139fb" providerId="ADAL" clId="{086F63D6-B251-CC49-BB34-B29996CD517A}" dt="2023-10-26T17:43:51.410" v="1696" actId="14100"/>
          <ac:spMkLst>
            <pc:docMk/>
            <pc:sldMk cId="902017560" sldId="278"/>
            <ac:spMk id="2" creationId="{E3595539-3CBB-9167-35EC-8ADBA0D2C3FF}"/>
          </ac:spMkLst>
        </pc:spChg>
        <pc:spChg chg="add mod">
          <ac:chgData name="Kevin Englehart" userId="60bfdd56-b43c-4fbd-a834-96ba8e0139fb" providerId="ADAL" clId="{086F63D6-B251-CC49-BB34-B29996CD517A}" dt="2023-10-26T17:45:09.167" v="1714" actId="1076"/>
          <ac:spMkLst>
            <pc:docMk/>
            <pc:sldMk cId="902017560" sldId="278"/>
            <ac:spMk id="4" creationId="{60629F76-DF41-80DD-FA9C-6A5135D79912}"/>
          </ac:spMkLst>
        </pc:spChg>
        <pc:spChg chg="add mod">
          <ac:chgData name="Kevin Englehart" userId="60bfdd56-b43c-4fbd-a834-96ba8e0139fb" providerId="ADAL" clId="{086F63D6-B251-CC49-BB34-B29996CD517A}" dt="2023-10-26T17:45:34.057" v="1715" actId="20577"/>
          <ac:spMkLst>
            <pc:docMk/>
            <pc:sldMk cId="902017560" sldId="278"/>
            <ac:spMk id="5" creationId="{BB0E30C9-84BF-3DF4-B5D8-7F4D7142DA9B}"/>
          </ac:spMkLst>
        </pc:spChg>
        <pc:spChg chg="add mod">
          <ac:chgData name="Kevin Englehart" userId="60bfdd56-b43c-4fbd-a834-96ba8e0139fb" providerId="ADAL" clId="{086F63D6-B251-CC49-BB34-B29996CD517A}" dt="2023-10-26T17:43:58.428" v="1697" actId="1076"/>
          <ac:spMkLst>
            <pc:docMk/>
            <pc:sldMk cId="902017560" sldId="278"/>
            <ac:spMk id="7" creationId="{D0AE971B-788D-0AC2-0320-C8A38A89E72B}"/>
          </ac:spMkLst>
        </pc:spChg>
        <pc:spChg chg="add mod">
          <ac:chgData name="Kevin Englehart" userId="60bfdd56-b43c-4fbd-a834-96ba8e0139fb" providerId="ADAL" clId="{086F63D6-B251-CC49-BB34-B29996CD517A}" dt="2023-10-26T17:44:49.872" v="1709" actId="1037"/>
          <ac:spMkLst>
            <pc:docMk/>
            <pc:sldMk cId="902017560" sldId="278"/>
            <ac:spMk id="8" creationId="{B54CA44A-31A9-F066-F6A1-BF5EF935BE44}"/>
          </ac:spMkLst>
        </pc:spChg>
        <pc:spChg chg="add mod">
          <ac:chgData name="Kevin Englehart" userId="60bfdd56-b43c-4fbd-a834-96ba8e0139fb" providerId="ADAL" clId="{086F63D6-B251-CC49-BB34-B29996CD517A}" dt="2023-10-26T17:44:49.872" v="1709" actId="1037"/>
          <ac:spMkLst>
            <pc:docMk/>
            <pc:sldMk cId="902017560" sldId="278"/>
            <ac:spMk id="9" creationId="{C992D1CF-F104-DE50-8EEE-5FDEC1FAAF94}"/>
          </ac:spMkLst>
        </pc:spChg>
        <pc:spChg chg="add del mod">
          <ac:chgData name="Kevin Englehart" userId="60bfdd56-b43c-4fbd-a834-96ba8e0139fb" providerId="ADAL" clId="{086F63D6-B251-CC49-BB34-B29996CD517A}" dt="2023-10-26T17:45:48.937" v="1718" actId="478"/>
          <ac:spMkLst>
            <pc:docMk/>
            <pc:sldMk cId="902017560" sldId="278"/>
            <ac:spMk id="13" creationId="{37C61F4F-460A-265A-A96D-A9EC11E8E861}"/>
          </ac:spMkLst>
        </pc:spChg>
        <pc:spChg chg="add mod">
          <ac:chgData name="Kevin Englehart" userId="60bfdd56-b43c-4fbd-a834-96ba8e0139fb" providerId="ADAL" clId="{086F63D6-B251-CC49-BB34-B29996CD517A}" dt="2023-10-26T17:45:44.492" v="1717" actId="1076"/>
          <ac:spMkLst>
            <pc:docMk/>
            <pc:sldMk cId="902017560" sldId="278"/>
            <ac:spMk id="14" creationId="{455FAB8D-D498-8B78-0407-DCD1E61C2133}"/>
          </ac:spMkLst>
        </pc:spChg>
        <pc:spChg chg="add mod">
          <ac:chgData name="Kevin Englehart" userId="60bfdd56-b43c-4fbd-a834-96ba8e0139fb" providerId="ADAL" clId="{086F63D6-B251-CC49-BB34-B29996CD517A}" dt="2023-10-26T17:45:57.042" v="1720" actId="1076"/>
          <ac:spMkLst>
            <pc:docMk/>
            <pc:sldMk cId="902017560" sldId="278"/>
            <ac:spMk id="15" creationId="{16E9C495-BE50-6333-1226-FF945D36D81A}"/>
          </ac:spMkLst>
        </pc:spChg>
        <pc:spChg chg="add del mod">
          <ac:chgData name="Kevin Englehart" userId="60bfdd56-b43c-4fbd-a834-96ba8e0139fb" providerId="ADAL" clId="{086F63D6-B251-CC49-BB34-B29996CD517A}" dt="2023-10-26T17:45:48.937" v="1718" actId="478"/>
          <ac:spMkLst>
            <pc:docMk/>
            <pc:sldMk cId="902017560" sldId="278"/>
            <ac:spMk id="17" creationId="{D242638F-90F8-B27A-9F71-6C8684EA2B54}"/>
          </ac:spMkLst>
        </pc:spChg>
        <pc:spChg chg="add mod">
          <ac:chgData name="Kevin Englehart" userId="60bfdd56-b43c-4fbd-a834-96ba8e0139fb" providerId="ADAL" clId="{086F63D6-B251-CC49-BB34-B29996CD517A}" dt="2023-10-26T17:45:57.042" v="1720" actId="1076"/>
          <ac:spMkLst>
            <pc:docMk/>
            <pc:sldMk cId="902017560" sldId="278"/>
            <ac:spMk id="18" creationId="{BF31CA39-28EA-8C70-F3D8-A22D17EEBAD2}"/>
          </ac:spMkLst>
        </pc:spChg>
        <pc:spChg chg="add mod">
          <ac:chgData name="Kevin Englehart" userId="60bfdd56-b43c-4fbd-a834-96ba8e0139fb" providerId="ADAL" clId="{086F63D6-B251-CC49-BB34-B29996CD517A}" dt="2023-10-26T17:45:57.042" v="1720" actId="1076"/>
          <ac:spMkLst>
            <pc:docMk/>
            <pc:sldMk cId="902017560" sldId="278"/>
            <ac:spMk id="19" creationId="{63DD9CA2-0805-65BB-F761-9AF19F39F3F2}"/>
          </ac:spMkLst>
        </pc:spChg>
        <pc:spChg chg="add mod">
          <ac:chgData name="Kevin Englehart" userId="60bfdd56-b43c-4fbd-a834-96ba8e0139fb" providerId="ADAL" clId="{086F63D6-B251-CC49-BB34-B29996CD517A}" dt="2023-10-26T17:58:21.558" v="1725" actId="1076"/>
          <ac:spMkLst>
            <pc:docMk/>
            <pc:sldMk cId="902017560" sldId="278"/>
            <ac:spMk id="22" creationId="{8434678A-31A7-1E78-77AE-9C33EA55D1CA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3" creationId="{30EBBBE9-EC7F-44C6-E42A-3A097A764FA8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4" creationId="{5CF8DE75-25B3-E10F-BE24-AFCB8A658709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5" creationId="{8D4275AA-23F0-C8BD-8BDF-A8F645F02C56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7" creationId="{81A50E17-4F0D-DBCB-5B6A-E27DF01F9A1D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8" creationId="{CD6945DA-DAB3-FBEE-CFE6-C9E96FDCB628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29" creationId="{8B46A811-138C-CCDB-E407-E00600604926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32" creationId="{74287C73-0927-5EFE-59E7-768848375B26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33" creationId="{8F606C02-380B-8A07-7862-7C0B3E88CB58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35" creationId="{8FA73A5E-A1BA-6CAF-82F7-04B35B3E4116}"/>
          </ac:spMkLst>
        </pc:spChg>
        <pc:spChg chg="add mod">
          <ac:chgData name="Kevin Englehart" userId="60bfdd56-b43c-4fbd-a834-96ba8e0139fb" providerId="ADAL" clId="{086F63D6-B251-CC49-BB34-B29996CD517A}" dt="2023-10-26T17:57:50.779" v="1722"/>
          <ac:spMkLst>
            <pc:docMk/>
            <pc:sldMk cId="902017560" sldId="278"/>
            <ac:spMk id="36" creationId="{5BDEAE2E-934B-A6D1-3151-0A434480726B}"/>
          </ac:spMkLst>
        </pc:spChg>
        <pc:spChg chg="add mod">
          <ac:chgData name="Kevin Englehart" userId="60bfdd56-b43c-4fbd-a834-96ba8e0139fb" providerId="ADAL" clId="{086F63D6-B251-CC49-BB34-B29996CD517A}" dt="2023-10-26T17:58:31.519" v="1730" actId="20577"/>
          <ac:spMkLst>
            <pc:docMk/>
            <pc:sldMk cId="902017560" sldId="278"/>
            <ac:spMk id="41" creationId="{65030B9D-46FE-1F06-70D8-D49E7E5FFF53}"/>
          </ac:spMkLst>
        </pc:spChg>
        <pc:spChg chg="add mod">
          <ac:chgData name="Kevin Englehart" userId="60bfdd56-b43c-4fbd-a834-96ba8e0139fb" providerId="ADAL" clId="{086F63D6-B251-CC49-BB34-B29996CD517A}" dt="2023-10-26T17:58:44.983" v="1734" actId="20577"/>
          <ac:spMkLst>
            <pc:docMk/>
            <pc:sldMk cId="902017560" sldId="278"/>
            <ac:spMk id="42" creationId="{0882C537-0E59-A98F-953F-6D4F6898FECE}"/>
          </ac:spMkLst>
        </pc:spChg>
        <pc:spChg chg="add del mod">
          <ac:chgData name="Kevin Englehart" userId="60bfdd56-b43c-4fbd-a834-96ba8e0139fb" providerId="ADAL" clId="{086F63D6-B251-CC49-BB34-B29996CD517A}" dt="2023-10-26T18:18:33.940" v="1738" actId="478"/>
          <ac:spMkLst>
            <pc:docMk/>
            <pc:sldMk cId="902017560" sldId="278"/>
            <ac:spMk id="43" creationId="{8AF8F729-DCF3-768A-A55A-B1AEC158C211}"/>
          </ac:spMkLst>
        </pc:spChg>
        <pc:spChg chg="add mod">
          <ac:chgData name="Kevin Englehart" userId="60bfdd56-b43c-4fbd-a834-96ba8e0139fb" providerId="ADAL" clId="{086F63D6-B251-CC49-BB34-B29996CD517A}" dt="2023-10-26T18:18:57.702" v="1743" actId="1076"/>
          <ac:spMkLst>
            <pc:docMk/>
            <pc:sldMk cId="902017560" sldId="278"/>
            <ac:spMk id="44" creationId="{F825FD89-739A-55D5-A165-1BDD50A9E74C}"/>
          </ac:spMkLst>
        </pc:spChg>
        <pc:spChg chg="add del mod">
          <ac:chgData name="Kevin Englehart" userId="60bfdd56-b43c-4fbd-a834-96ba8e0139fb" providerId="ADAL" clId="{086F63D6-B251-CC49-BB34-B29996CD517A}" dt="2023-10-26T18:19:59.994" v="1768" actId="1076"/>
          <ac:spMkLst>
            <pc:docMk/>
            <pc:sldMk cId="902017560" sldId="278"/>
            <ac:spMk id="45" creationId="{B412D3C4-0003-9FB6-5F6D-AA06B6E22DF9}"/>
          </ac:spMkLst>
        </pc:spChg>
        <pc:spChg chg="add mod">
          <ac:chgData name="Kevin Englehart" userId="60bfdd56-b43c-4fbd-a834-96ba8e0139fb" providerId="ADAL" clId="{086F63D6-B251-CC49-BB34-B29996CD517A}" dt="2023-10-26T18:20:07.194" v="1769" actId="1076"/>
          <ac:spMkLst>
            <pc:docMk/>
            <pc:sldMk cId="902017560" sldId="278"/>
            <ac:spMk id="46" creationId="{C124A03F-D2F0-F747-B2BE-598E90E0556F}"/>
          </ac:spMkLst>
        </pc:spChg>
        <pc:spChg chg="add mod">
          <ac:chgData name="Kevin Englehart" userId="60bfdd56-b43c-4fbd-a834-96ba8e0139fb" providerId="ADAL" clId="{086F63D6-B251-CC49-BB34-B29996CD517A}" dt="2023-10-26T18:20:19.577" v="1773" actId="20577"/>
          <ac:spMkLst>
            <pc:docMk/>
            <pc:sldMk cId="902017560" sldId="278"/>
            <ac:spMk id="47" creationId="{5CE4E5B9-E888-6CBF-4C2A-EECABBB42B67}"/>
          </ac:spMkLst>
        </pc:spChg>
        <pc:spChg chg="add mod">
          <ac:chgData name="Kevin Englehart" userId="60bfdd56-b43c-4fbd-a834-96ba8e0139fb" providerId="ADAL" clId="{086F63D6-B251-CC49-BB34-B29996CD517A}" dt="2023-10-26T18:20:39.375" v="1775" actId="1076"/>
          <ac:spMkLst>
            <pc:docMk/>
            <pc:sldMk cId="902017560" sldId="278"/>
            <ac:spMk id="48" creationId="{20749872-1885-CD73-973F-B8F0647AD916}"/>
          </ac:spMkLst>
        </pc:spChg>
        <pc:spChg chg="add mod">
          <ac:chgData name="Kevin Englehart" userId="60bfdd56-b43c-4fbd-a834-96ba8e0139fb" providerId="ADAL" clId="{086F63D6-B251-CC49-BB34-B29996CD517A}" dt="2023-10-26T18:20:43.125" v="1777" actId="20577"/>
          <ac:spMkLst>
            <pc:docMk/>
            <pc:sldMk cId="902017560" sldId="278"/>
            <ac:spMk id="49" creationId="{BD3F53F0-C6E0-5574-D5C6-F817EBD9653F}"/>
          </ac:spMkLst>
        </pc:spChg>
        <pc:spChg chg="add mod">
          <ac:chgData name="Kevin Englehart" userId="60bfdd56-b43c-4fbd-a834-96ba8e0139fb" providerId="ADAL" clId="{086F63D6-B251-CC49-BB34-B29996CD517A}" dt="2023-10-26T18:20:39.375" v="1775" actId="1076"/>
          <ac:spMkLst>
            <pc:docMk/>
            <pc:sldMk cId="902017560" sldId="278"/>
            <ac:spMk id="50" creationId="{C1E044EC-D94A-6185-89B3-D4CDC1BAF004}"/>
          </ac:spMkLst>
        </pc:spChg>
        <pc:spChg chg="add mod">
          <ac:chgData name="Kevin Englehart" userId="60bfdd56-b43c-4fbd-a834-96ba8e0139fb" providerId="ADAL" clId="{086F63D6-B251-CC49-BB34-B29996CD517A}" dt="2023-10-26T18:20:48.161" v="1779" actId="20577"/>
          <ac:spMkLst>
            <pc:docMk/>
            <pc:sldMk cId="902017560" sldId="278"/>
            <ac:spMk id="51" creationId="{4D2282D1-27C8-71BD-14DF-E41611D77C07}"/>
          </ac:spMkLst>
        </pc:spChg>
        <pc:cxnChg chg="add del mod">
          <ac:chgData name="Kevin Englehart" userId="60bfdd56-b43c-4fbd-a834-96ba8e0139fb" providerId="ADAL" clId="{086F63D6-B251-CC49-BB34-B29996CD517A}" dt="2023-10-26T17:44:20.559" v="1701" actId="478"/>
          <ac:cxnSpMkLst>
            <pc:docMk/>
            <pc:sldMk cId="902017560" sldId="278"/>
            <ac:cxnSpMk id="3" creationId="{764C8FF0-B0DC-2C6B-C365-E389300E96DA}"/>
          </ac:cxnSpMkLst>
        </pc:cxnChg>
        <pc:cxnChg chg="add mod">
          <ac:chgData name="Kevin Englehart" userId="60bfdd56-b43c-4fbd-a834-96ba8e0139fb" providerId="ADAL" clId="{086F63D6-B251-CC49-BB34-B29996CD517A}" dt="2023-10-26T17:44:49.872" v="1709" actId="1037"/>
          <ac:cxnSpMkLst>
            <pc:docMk/>
            <pc:sldMk cId="902017560" sldId="278"/>
            <ac:cxnSpMk id="6" creationId="{FBC8890A-439A-397D-7A9F-F799290BF580}"/>
          </ac:cxnSpMkLst>
        </pc:cxnChg>
        <pc:cxnChg chg="add mod">
          <ac:chgData name="Kevin Englehart" userId="60bfdd56-b43c-4fbd-a834-96ba8e0139fb" providerId="ADAL" clId="{086F63D6-B251-CC49-BB34-B29996CD517A}" dt="2023-10-26T17:44:28.336" v="1703" actId="1076"/>
          <ac:cxnSpMkLst>
            <pc:docMk/>
            <pc:sldMk cId="902017560" sldId="278"/>
            <ac:cxnSpMk id="11" creationId="{76458240-48D5-1500-C5E5-50FF51F473CC}"/>
          </ac:cxnSpMkLst>
        </pc:cxnChg>
        <pc:cxnChg chg="add mod">
          <ac:chgData name="Kevin Englehart" userId="60bfdd56-b43c-4fbd-a834-96ba8e0139fb" providerId="ADAL" clId="{086F63D6-B251-CC49-BB34-B29996CD517A}" dt="2023-10-26T17:44:45.539" v="1708" actId="1076"/>
          <ac:cxnSpMkLst>
            <pc:docMk/>
            <pc:sldMk cId="902017560" sldId="278"/>
            <ac:cxnSpMk id="12" creationId="{623AB0F4-98AE-71A2-BA12-C89F6DB5218A}"/>
          </ac:cxnSpMkLst>
        </pc:cxnChg>
        <pc:cxnChg chg="add mod">
          <ac:chgData name="Kevin Englehart" userId="60bfdd56-b43c-4fbd-a834-96ba8e0139fb" providerId="ADAL" clId="{086F63D6-B251-CC49-BB34-B29996CD517A}" dt="2023-10-26T17:45:57.042" v="1720" actId="1076"/>
          <ac:cxnSpMkLst>
            <pc:docMk/>
            <pc:sldMk cId="902017560" sldId="278"/>
            <ac:cxnSpMk id="16" creationId="{C1253BB2-257C-A172-F2A7-8D9EB8560BA1}"/>
          </ac:cxnSpMkLst>
        </pc:cxnChg>
        <pc:cxnChg chg="add mod">
          <ac:chgData name="Kevin Englehart" userId="60bfdd56-b43c-4fbd-a834-96ba8e0139fb" providerId="ADAL" clId="{086F63D6-B251-CC49-BB34-B29996CD517A}" dt="2023-10-26T17:45:44.492" v="1717" actId="1076"/>
          <ac:cxnSpMkLst>
            <pc:docMk/>
            <pc:sldMk cId="902017560" sldId="278"/>
            <ac:cxnSpMk id="20" creationId="{F1B3BE6A-63DF-A7E3-1BA7-BC870C6A8C17}"/>
          </ac:cxnSpMkLst>
        </pc:cxnChg>
        <pc:cxnChg chg="add del mod">
          <ac:chgData name="Kevin Englehart" userId="60bfdd56-b43c-4fbd-a834-96ba8e0139fb" providerId="ADAL" clId="{086F63D6-B251-CC49-BB34-B29996CD517A}" dt="2023-10-26T17:45:51.490" v="1719" actId="478"/>
          <ac:cxnSpMkLst>
            <pc:docMk/>
            <pc:sldMk cId="902017560" sldId="278"/>
            <ac:cxnSpMk id="21" creationId="{A5C4EF3A-BA6E-F9BE-978F-98EE180F8583}"/>
          </ac:cxnSpMkLst>
        </pc:cxnChg>
        <pc:cxnChg chg="add mod">
          <ac:chgData name="Kevin Englehart" userId="60bfdd56-b43c-4fbd-a834-96ba8e0139fb" providerId="ADAL" clId="{086F63D6-B251-CC49-BB34-B29996CD517A}" dt="2023-10-26T17:57:50.779" v="1722"/>
          <ac:cxnSpMkLst>
            <pc:docMk/>
            <pc:sldMk cId="902017560" sldId="278"/>
            <ac:cxnSpMk id="26" creationId="{D7C3C73B-D364-992D-288E-D76A1150A6A9}"/>
          </ac:cxnSpMkLst>
        </pc:cxnChg>
        <pc:cxnChg chg="add mod">
          <ac:chgData name="Kevin Englehart" userId="60bfdd56-b43c-4fbd-a834-96ba8e0139fb" providerId="ADAL" clId="{086F63D6-B251-CC49-BB34-B29996CD517A}" dt="2023-10-26T17:57:50.779" v="1722"/>
          <ac:cxnSpMkLst>
            <pc:docMk/>
            <pc:sldMk cId="902017560" sldId="278"/>
            <ac:cxnSpMk id="30" creationId="{8DC5C9E4-C837-A561-AF5A-40265ACB49BC}"/>
          </ac:cxnSpMkLst>
        </pc:cxnChg>
        <pc:cxnChg chg="add mod">
          <ac:chgData name="Kevin Englehart" userId="60bfdd56-b43c-4fbd-a834-96ba8e0139fb" providerId="ADAL" clId="{086F63D6-B251-CC49-BB34-B29996CD517A}" dt="2023-10-26T17:57:50.779" v="1722"/>
          <ac:cxnSpMkLst>
            <pc:docMk/>
            <pc:sldMk cId="902017560" sldId="278"/>
            <ac:cxnSpMk id="31" creationId="{EECFFFB2-FF8C-43F3-5DC2-FA5A9D302E2C}"/>
          </ac:cxnSpMkLst>
        </pc:cxnChg>
        <pc:cxnChg chg="add mod">
          <ac:chgData name="Kevin Englehart" userId="60bfdd56-b43c-4fbd-a834-96ba8e0139fb" providerId="ADAL" clId="{086F63D6-B251-CC49-BB34-B29996CD517A}" dt="2023-10-26T17:57:50.779" v="1722"/>
          <ac:cxnSpMkLst>
            <pc:docMk/>
            <pc:sldMk cId="902017560" sldId="278"/>
            <ac:cxnSpMk id="34" creationId="{CF737C90-DBC9-A3AE-8993-8337B49816EB}"/>
          </ac:cxnSpMkLst>
        </pc:cxnChg>
        <pc:cxnChg chg="add mod">
          <ac:chgData name="Kevin Englehart" userId="60bfdd56-b43c-4fbd-a834-96ba8e0139fb" providerId="ADAL" clId="{086F63D6-B251-CC49-BB34-B29996CD517A}" dt="2023-10-26T17:57:50.779" v="1722"/>
          <ac:cxnSpMkLst>
            <pc:docMk/>
            <pc:sldMk cId="902017560" sldId="278"/>
            <ac:cxnSpMk id="37" creationId="{C83EDCA7-0046-4CB5-7EEA-F7522A1F5356}"/>
          </ac:cxnSpMkLst>
        </pc:cxnChg>
        <pc:cxnChg chg="add mod">
          <ac:chgData name="Kevin Englehart" userId="60bfdd56-b43c-4fbd-a834-96ba8e0139fb" providerId="ADAL" clId="{086F63D6-B251-CC49-BB34-B29996CD517A}" dt="2023-10-26T17:58:21.558" v="1725" actId="1076"/>
          <ac:cxnSpMkLst>
            <pc:docMk/>
            <pc:sldMk cId="902017560" sldId="278"/>
            <ac:cxnSpMk id="39" creationId="{237F3C55-2236-999D-00F3-527D510671C0}"/>
          </ac:cxnSpMkLst>
        </pc:cxnChg>
      </pc:sldChg>
    </pc:docChg>
  </pc:docChgLst>
  <pc:docChgLst>
    <pc:chgData name="Kevin Englehart" userId="60bfdd56-b43c-4fbd-a834-96ba8e0139fb" providerId="ADAL" clId="{8FA93CDD-FE45-8744-ACA3-D7903B2929A7}"/>
    <pc:docChg chg="undo custSel addSld modSld">
      <pc:chgData name="Kevin Englehart" userId="60bfdd56-b43c-4fbd-a834-96ba8e0139fb" providerId="ADAL" clId="{8FA93CDD-FE45-8744-ACA3-D7903B2929A7}" dt="2023-10-26T23:36:50.483" v="299" actId="1038"/>
      <pc:docMkLst>
        <pc:docMk/>
      </pc:docMkLst>
      <pc:sldChg chg="addSp delSp modSp mod">
        <pc:chgData name="Kevin Englehart" userId="60bfdd56-b43c-4fbd-a834-96ba8e0139fb" providerId="ADAL" clId="{8FA93CDD-FE45-8744-ACA3-D7903B2929A7}" dt="2023-09-25T23:22:12.462" v="56" actId="1076"/>
        <pc:sldMkLst>
          <pc:docMk/>
          <pc:sldMk cId="836487233" sldId="261"/>
        </pc:sldMkLst>
        <pc:spChg chg="mod">
          <ac:chgData name="Kevin Englehart" userId="60bfdd56-b43c-4fbd-a834-96ba8e0139fb" providerId="ADAL" clId="{8FA93CDD-FE45-8744-ACA3-D7903B2929A7}" dt="2023-09-25T23:20:40.184" v="40" actId="1076"/>
          <ac:spMkLst>
            <pc:docMk/>
            <pc:sldMk cId="836487233" sldId="261"/>
            <ac:spMk id="10" creationId="{EE8FEC9C-EAE7-6B51-D490-4770053AC692}"/>
          </ac:spMkLst>
        </pc:spChg>
        <pc:spChg chg="mod">
          <ac:chgData name="Kevin Englehart" userId="60bfdd56-b43c-4fbd-a834-96ba8e0139fb" providerId="ADAL" clId="{8FA93CDD-FE45-8744-ACA3-D7903B2929A7}" dt="2023-09-25T23:21:54.461" v="52" actId="1076"/>
          <ac:spMkLst>
            <pc:docMk/>
            <pc:sldMk cId="836487233" sldId="261"/>
            <ac:spMk id="29" creationId="{BF393FE8-F027-D630-F0D3-78B921995964}"/>
          </ac:spMkLst>
        </pc:spChg>
        <pc:grpChg chg="mod">
          <ac:chgData name="Kevin Englehart" userId="60bfdd56-b43c-4fbd-a834-96ba8e0139fb" providerId="ADAL" clId="{8FA93CDD-FE45-8744-ACA3-D7903B2929A7}" dt="2023-09-25T23:22:07.489" v="55" actId="1076"/>
          <ac:grpSpMkLst>
            <pc:docMk/>
            <pc:sldMk cId="836487233" sldId="261"/>
            <ac:grpSpMk id="35" creationId="{B7FA8852-C166-5D75-A7B1-AE88DB8DA4BA}"/>
          </ac:grpSpMkLst>
        </pc:grpChg>
        <pc:inkChg chg="add del">
          <ac:chgData name="Kevin Englehart" userId="60bfdd56-b43c-4fbd-a834-96ba8e0139fb" providerId="ADAL" clId="{8FA93CDD-FE45-8744-ACA3-D7903B2929A7}" dt="2023-09-25T23:16:53.148" v="2" actId="9405"/>
          <ac:inkMkLst>
            <pc:docMk/>
            <pc:sldMk cId="836487233" sldId="261"/>
            <ac:inkMk id="6" creationId="{613A639A-73C7-E372-1453-0B12422952EE}"/>
          </ac:inkMkLst>
        </pc:inkChg>
        <pc:inkChg chg="add del">
          <ac:chgData name="Kevin Englehart" userId="60bfdd56-b43c-4fbd-a834-96ba8e0139fb" providerId="ADAL" clId="{8FA93CDD-FE45-8744-ACA3-D7903B2929A7}" dt="2023-09-25T23:17:32.731" v="4" actId="9405"/>
          <ac:inkMkLst>
            <pc:docMk/>
            <pc:sldMk cId="836487233" sldId="261"/>
            <ac:inkMk id="7" creationId="{F02E0736-8237-1909-D784-B0ACCFDA55A6}"/>
          </ac:inkMkLst>
        </pc:inkChg>
        <pc:inkChg chg="add del">
          <ac:chgData name="Kevin Englehart" userId="60bfdd56-b43c-4fbd-a834-96ba8e0139fb" providerId="ADAL" clId="{8FA93CDD-FE45-8744-ACA3-D7903B2929A7}" dt="2023-09-25T23:17:33.783" v="6" actId="9405"/>
          <ac:inkMkLst>
            <pc:docMk/>
            <pc:sldMk cId="836487233" sldId="261"/>
            <ac:inkMk id="8" creationId="{A5F7F780-B58D-020F-40E4-ECD3D1B9FC03}"/>
          </ac:inkMkLst>
        </pc:inkChg>
        <pc:inkChg chg="add del">
          <ac:chgData name="Kevin Englehart" userId="60bfdd56-b43c-4fbd-a834-96ba8e0139fb" providerId="ADAL" clId="{8FA93CDD-FE45-8744-ACA3-D7903B2929A7}" dt="2023-09-25T23:17:35.323" v="8" actId="9405"/>
          <ac:inkMkLst>
            <pc:docMk/>
            <pc:sldMk cId="836487233" sldId="261"/>
            <ac:inkMk id="9" creationId="{A28A6357-B4DC-D4B4-0452-BDFDC6AA0160}"/>
          </ac:inkMkLst>
        </pc:inkChg>
        <pc:inkChg chg="add del">
          <ac:chgData name="Kevin Englehart" userId="60bfdd56-b43c-4fbd-a834-96ba8e0139fb" providerId="ADAL" clId="{8FA93CDD-FE45-8744-ACA3-D7903B2929A7}" dt="2023-09-25T23:18:11.287" v="10" actId="9405"/>
          <ac:inkMkLst>
            <pc:docMk/>
            <pc:sldMk cId="836487233" sldId="261"/>
            <ac:inkMk id="12" creationId="{111E754D-0B8A-1E39-8A7F-6D2A38D601B1}"/>
          </ac:inkMkLst>
        </pc:inkChg>
        <pc:inkChg chg="add del">
          <ac:chgData name="Kevin Englehart" userId="60bfdd56-b43c-4fbd-a834-96ba8e0139fb" providerId="ADAL" clId="{8FA93CDD-FE45-8744-ACA3-D7903B2929A7}" dt="2023-09-25T23:18:23.437" v="12" actId="9405"/>
          <ac:inkMkLst>
            <pc:docMk/>
            <pc:sldMk cId="836487233" sldId="261"/>
            <ac:inkMk id="14" creationId="{12E3AA76-3F29-3DA9-9148-9E56BA3E4A42}"/>
          </ac:inkMkLst>
        </pc:inkChg>
        <pc:inkChg chg="add del">
          <ac:chgData name="Kevin Englehart" userId="60bfdd56-b43c-4fbd-a834-96ba8e0139fb" providerId="ADAL" clId="{8FA93CDD-FE45-8744-ACA3-D7903B2929A7}" dt="2023-09-25T23:18:31.918" v="14" actId="9405"/>
          <ac:inkMkLst>
            <pc:docMk/>
            <pc:sldMk cId="836487233" sldId="261"/>
            <ac:inkMk id="15" creationId="{B18513A0-7F9F-35DE-80B3-CD57176CFAB5}"/>
          </ac:inkMkLst>
        </pc:inkChg>
        <pc:inkChg chg="add del">
          <ac:chgData name="Kevin Englehart" userId="60bfdd56-b43c-4fbd-a834-96ba8e0139fb" providerId="ADAL" clId="{8FA93CDD-FE45-8744-ACA3-D7903B2929A7}" dt="2023-09-25T23:18:44.879" v="16" actId="9405"/>
          <ac:inkMkLst>
            <pc:docMk/>
            <pc:sldMk cId="836487233" sldId="261"/>
            <ac:inkMk id="16" creationId="{E07DCB9F-7AF0-F589-46A7-D932CE1749D2}"/>
          </ac:inkMkLst>
        </pc:inkChg>
        <pc:inkChg chg="add del">
          <ac:chgData name="Kevin Englehart" userId="60bfdd56-b43c-4fbd-a834-96ba8e0139fb" providerId="ADAL" clId="{8FA93CDD-FE45-8744-ACA3-D7903B2929A7}" dt="2023-09-25T23:18:55.413" v="18" actId="9405"/>
          <ac:inkMkLst>
            <pc:docMk/>
            <pc:sldMk cId="836487233" sldId="261"/>
            <ac:inkMk id="17" creationId="{68792290-0621-D8F9-B5EB-BD40DFF41B2E}"/>
          </ac:inkMkLst>
        </pc:inkChg>
        <pc:inkChg chg="add mod">
          <ac:chgData name="Kevin Englehart" userId="60bfdd56-b43c-4fbd-a834-96ba8e0139fb" providerId="ADAL" clId="{8FA93CDD-FE45-8744-ACA3-D7903B2929A7}" dt="2023-09-25T23:19:59.766" v="36"/>
          <ac:inkMkLst>
            <pc:docMk/>
            <pc:sldMk cId="836487233" sldId="261"/>
            <ac:inkMk id="18" creationId="{9715B9B5-02AE-BA7F-4187-5E5FC78B006B}"/>
          </ac:inkMkLst>
        </pc:inkChg>
        <pc:inkChg chg="add mod">
          <ac:chgData name="Kevin Englehart" userId="60bfdd56-b43c-4fbd-a834-96ba8e0139fb" providerId="ADAL" clId="{8FA93CDD-FE45-8744-ACA3-D7903B2929A7}" dt="2023-09-25T23:19:59.766" v="36"/>
          <ac:inkMkLst>
            <pc:docMk/>
            <pc:sldMk cId="836487233" sldId="261"/>
            <ac:inkMk id="19" creationId="{74D0EA0D-546E-6A96-CEE1-C1CDF5843AAF}"/>
          </ac:inkMkLst>
        </pc:inkChg>
        <pc:inkChg chg="add del">
          <ac:chgData name="Kevin Englehart" userId="60bfdd56-b43c-4fbd-a834-96ba8e0139fb" providerId="ADAL" clId="{8FA93CDD-FE45-8744-ACA3-D7903B2929A7}" dt="2023-09-25T23:19:14.106" v="26" actId="9405"/>
          <ac:inkMkLst>
            <pc:docMk/>
            <pc:sldMk cId="836487233" sldId="261"/>
            <ac:inkMk id="20" creationId="{E2092EDB-E1B4-79EA-669D-6050F38F1F1E}"/>
          </ac:inkMkLst>
        </pc:inkChg>
        <pc:inkChg chg="add del">
          <ac:chgData name="Kevin Englehart" userId="60bfdd56-b43c-4fbd-a834-96ba8e0139fb" providerId="ADAL" clId="{8FA93CDD-FE45-8744-ACA3-D7903B2929A7}" dt="2023-09-25T23:19:09.021" v="23" actId="9405"/>
          <ac:inkMkLst>
            <pc:docMk/>
            <pc:sldMk cId="836487233" sldId="261"/>
            <ac:inkMk id="22" creationId="{9D612EE6-3902-F271-C18F-BF7B9BF238C1}"/>
          </ac:inkMkLst>
        </pc:inkChg>
        <pc:inkChg chg="add del">
          <ac:chgData name="Kevin Englehart" userId="60bfdd56-b43c-4fbd-a834-96ba8e0139fb" providerId="ADAL" clId="{8FA93CDD-FE45-8744-ACA3-D7903B2929A7}" dt="2023-09-25T23:19:11.931" v="25" actId="9405"/>
          <ac:inkMkLst>
            <pc:docMk/>
            <pc:sldMk cId="836487233" sldId="261"/>
            <ac:inkMk id="23" creationId="{3319DB6F-2EF5-B4A2-8979-D33416768744}"/>
          </ac:inkMkLst>
        </pc:inkChg>
        <pc:inkChg chg="add mod">
          <ac:chgData name="Kevin Englehart" userId="60bfdd56-b43c-4fbd-a834-96ba8e0139fb" providerId="ADAL" clId="{8FA93CDD-FE45-8744-ACA3-D7903B2929A7}" dt="2023-09-25T23:19:59.766" v="36"/>
          <ac:inkMkLst>
            <pc:docMk/>
            <pc:sldMk cId="836487233" sldId="261"/>
            <ac:inkMk id="24" creationId="{0E415A38-1306-1F92-94BF-017F008817FB}"/>
          </ac:inkMkLst>
        </pc:inkChg>
        <pc:inkChg chg="add mod">
          <ac:chgData name="Kevin Englehart" userId="60bfdd56-b43c-4fbd-a834-96ba8e0139fb" providerId="ADAL" clId="{8FA93CDD-FE45-8744-ACA3-D7903B2929A7}" dt="2023-09-25T23:19:59.766" v="36"/>
          <ac:inkMkLst>
            <pc:docMk/>
            <pc:sldMk cId="836487233" sldId="261"/>
            <ac:inkMk id="25" creationId="{39687369-31DA-263E-DCC4-2AA4071FC04B}"/>
          </ac:inkMkLst>
        </pc:inkChg>
        <pc:inkChg chg="add del">
          <ac:chgData name="Kevin Englehart" userId="60bfdd56-b43c-4fbd-a834-96ba8e0139fb" providerId="ADAL" clId="{8FA93CDD-FE45-8744-ACA3-D7903B2929A7}" dt="2023-09-25T23:19:22.620" v="30" actId="9405"/>
          <ac:inkMkLst>
            <pc:docMk/>
            <pc:sldMk cId="836487233" sldId="261"/>
            <ac:inkMk id="26" creationId="{4364C8B9-06DC-3E0A-936C-247BAD1A24DC}"/>
          </ac:inkMkLst>
        </pc:inkChg>
        <pc:inkChg chg="add del">
          <ac:chgData name="Kevin Englehart" userId="60bfdd56-b43c-4fbd-a834-96ba8e0139fb" providerId="ADAL" clId="{8FA93CDD-FE45-8744-ACA3-D7903B2929A7}" dt="2023-09-25T23:19:33.751" v="32" actId="9405"/>
          <ac:inkMkLst>
            <pc:docMk/>
            <pc:sldMk cId="836487233" sldId="261"/>
            <ac:inkMk id="27" creationId="{5D47152A-3060-9999-57EF-41E42D2DE79D}"/>
          </ac:inkMkLst>
        </pc:inkChg>
        <pc:inkChg chg="add del">
          <ac:chgData name="Kevin Englehart" userId="60bfdd56-b43c-4fbd-a834-96ba8e0139fb" providerId="ADAL" clId="{8FA93CDD-FE45-8744-ACA3-D7903B2929A7}" dt="2023-09-25T23:19:44.168" v="34" actId="9405"/>
          <ac:inkMkLst>
            <pc:docMk/>
            <pc:sldMk cId="836487233" sldId="261"/>
            <ac:inkMk id="28" creationId="{0636A8FF-B514-58EA-AC09-1BD3EF426CAD}"/>
          </ac:inkMkLst>
        </pc:inkChg>
        <pc:inkChg chg="del">
          <ac:chgData name="Kevin Englehart" userId="60bfdd56-b43c-4fbd-a834-96ba8e0139fb" providerId="ADAL" clId="{8FA93CDD-FE45-8744-ACA3-D7903B2929A7}" dt="2023-09-25T23:16:14.517" v="0" actId="478"/>
          <ac:inkMkLst>
            <pc:docMk/>
            <pc:sldMk cId="836487233" sldId="261"/>
            <ac:inkMk id="32" creationId="{8D81AAAA-ADD9-7B15-7441-1EE504C4F3F7}"/>
          </ac:inkMkLst>
        </pc:inkChg>
        <pc:inkChg chg="mod">
          <ac:chgData name="Kevin Englehart" userId="60bfdd56-b43c-4fbd-a834-96ba8e0139fb" providerId="ADAL" clId="{8FA93CDD-FE45-8744-ACA3-D7903B2929A7}" dt="2023-09-25T23:21:40.834" v="48" actId="1076"/>
          <ac:inkMkLst>
            <pc:docMk/>
            <pc:sldMk cId="836487233" sldId="261"/>
            <ac:inkMk id="33" creationId="{76FE2039-A388-BB37-2D6A-5020F86A1290}"/>
          </ac:inkMkLst>
        </pc:inkChg>
        <pc:inkChg chg="add mod">
          <ac:chgData name="Kevin Englehart" userId="60bfdd56-b43c-4fbd-a834-96ba8e0139fb" providerId="ADAL" clId="{8FA93CDD-FE45-8744-ACA3-D7903B2929A7}" dt="2023-09-25T23:21:45.382" v="50" actId="1076"/>
          <ac:inkMkLst>
            <pc:docMk/>
            <pc:sldMk cId="836487233" sldId="261"/>
            <ac:inkMk id="34" creationId="{0916261D-6111-0840-D66C-3F4BF865C5D3}"/>
          </ac:inkMkLst>
        </pc:inkChg>
        <pc:cxnChg chg="mod">
          <ac:chgData name="Kevin Englehart" userId="60bfdd56-b43c-4fbd-a834-96ba8e0139fb" providerId="ADAL" clId="{8FA93CDD-FE45-8744-ACA3-D7903B2929A7}" dt="2023-09-25T23:20:54.050" v="45" actId="692"/>
          <ac:cxnSpMkLst>
            <pc:docMk/>
            <pc:sldMk cId="836487233" sldId="261"/>
            <ac:cxnSpMk id="11" creationId="{5347605A-B604-363F-C34C-66D9D2233D5C}"/>
          </ac:cxnSpMkLst>
        </pc:cxnChg>
        <pc:cxnChg chg="mod">
          <ac:chgData name="Kevin Englehart" userId="60bfdd56-b43c-4fbd-a834-96ba8e0139fb" providerId="ADAL" clId="{8FA93CDD-FE45-8744-ACA3-D7903B2929A7}" dt="2023-09-25T23:22:12.462" v="56" actId="1076"/>
          <ac:cxnSpMkLst>
            <pc:docMk/>
            <pc:sldMk cId="836487233" sldId="261"/>
            <ac:cxnSpMk id="13" creationId="{D0B6945F-DE71-670F-04F3-CB2B6EBDA8B4}"/>
          </ac:cxnSpMkLst>
        </pc:cxnChg>
      </pc:sldChg>
      <pc:sldChg chg="addSp modSp new mod">
        <pc:chgData name="Kevin Englehart" userId="60bfdd56-b43c-4fbd-a834-96ba8e0139fb" providerId="ADAL" clId="{8FA93CDD-FE45-8744-ACA3-D7903B2929A7}" dt="2023-10-06T00:05:27.669" v="61" actId="2085"/>
        <pc:sldMkLst>
          <pc:docMk/>
          <pc:sldMk cId="2383788409" sldId="273"/>
        </pc:sldMkLst>
        <pc:spChg chg="add mod">
          <ac:chgData name="Kevin Englehart" userId="60bfdd56-b43c-4fbd-a834-96ba8e0139fb" providerId="ADAL" clId="{8FA93CDD-FE45-8744-ACA3-D7903B2929A7}" dt="2023-10-06T00:05:27.669" v="61" actId="2085"/>
          <ac:spMkLst>
            <pc:docMk/>
            <pc:sldMk cId="2383788409" sldId="273"/>
            <ac:spMk id="3" creationId="{8C9836C8-771F-E051-663A-9F161BD03233}"/>
          </ac:spMkLst>
        </pc:spChg>
        <pc:picChg chg="add">
          <ac:chgData name="Kevin Englehart" userId="60bfdd56-b43c-4fbd-a834-96ba8e0139fb" providerId="ADAL" clId="{8FA93CDD-FE45-8744-ACA3-D7903B2929A7}" dt="2023-10-06T00:04:48.667" v="58"/>
          <ac:picMkLst>
            <pc:docMk/>
            <pc:sldMk cId="2383788409" sldId="273"/>
            <ac:picMk id="2" creationId="{DE6B362E-B0B9-E746-0E03-18FA24A5F048}"/>
          </ac:picMkLst>
        </pc:picChg>
      </pc:sldChg>
      <pc:sldChg chg="addSp modSp add mod">
        <pc:chgData name="Kevin Englehart" userId="60bfdd56-b43c-4fbd-a834-96ba8e0139fb" providerId="ADAL" clId="{8FA93CDD-FE45-8744-ACA3-D7903B2929A7}" dt="2023-10-06T00:08:52.887" v="90" actId="1036"/>
        <pc:sldMkLst>
          <pc:docMk/>
          <pc:sldMk cId="4213587749" sldId="274"/>
        </pc:sldMkLst>
        <pc:spChg chg="add mod">
          <ac:chgData name="Kevin Englehart" userId="60bfdd56-b43c-4fbd-a834-96ba8e0139fb" providerId="ADAL" clId="{8FA93CDD-FE45-8744-ACA3-D7903B2929A7}" dt="2023-10-06T00:08:52.887" v="90" actId="1036"/>
          <ac:spMkLst>
            <pc:docMk/>
            <pc:sldMk cId="4213587749" sldId="274"/>
            <ac:spMk id="4" creationId="{492218EC-232D-45D5-39F1-B452578894E5}"/>
          </ac:spMkLst>
        </pc:spChg>
        <pc:spChg chg="add mod">
          <ac:chgData name="Kevin Englehart" userId="60bfdd56-b43c-4fbd-a834-96ba8e0139fb" providerId="ADAL" clId="{8FA93CDD-FE45-8744-ACA3-D7903B2929A7}" dt="2023-10-06T00:08:33.027" v="78" actId="1037"/>
          <ac:spMkLst>
            <pc:docMk/>
            <pc:sldMk cId="4213587749" sldId="274"/>
            <ac:spMk id="5" creationId="{DD478115-1B3B-6317-78CF-718EF0ACD76A}"/>
          </ac:spMkLst>
        </pc:spChg>
        <pc:spChg chg="add mod">
          <ac:chgData name="Kevin Englehart" userId="60bfdd56-b43c-4fbd-a834-96ba8e0139fb" providerId="ADAL" clId="{8FA93CDD-FE45-8744-ACA3-D7903B2929A7}" dt="2023-10-06T00:08:42.897" v="87" actId="1036"/>
          <ac:spMkLst>
            <pc:docMk/>
            <pc:sldMk cId="4213587749" sldId="274"/>
            <ac:spMk id="6" creationId="{30840B52-E323-E630-2075-2199A74701C8}"/>
          </ac:spMkLst>
        </pc:spChg>
        <pc:spChg chg="add mod">
          <ac:chgData name="Kevin Englehart" userId="60bfdd56-b43c-4fbd-a834-96ba8e0139fb" providerId="ADAL" clId="{8FA93CDD-FE45-8744-ACA3-D7903B2929A7}" dt="2023-10-06T00:08:49.407" v="89" actId="1076"/>
          <ac:spMkLst>
            <pc:docMk/>
            <pc:sldMk cId="4213587749" sldId="274"/>
            <ac:spMk id="7" creationId="{5D468ED4-92D7-E045-D239-5B5EF8A27804}"/>
          </ac:spMkLst>
        </pc:spChg>
      </pc:sldChg>
      <pc:sldChg chg="modSp mod">
        <pc:chgData name="Kevin Englehart" userId="60bfdd56-b43c-4fbd-a834-96ba8e0139fb" providerId="ADAL" clId="{8FA93CDD-FE45-8744-ACA3-D7903B2929A7}" dt="2023-10-25T00:25:01.945" v="94" actId="2711"/>
        <pc:sldMkLst>
          <pc:docMk/>
          <pc:sldMk cId="838687163" sldId="275"/>
        </pc:sldMkLst>
        <pc:spChg chg="mod">
          <ac:chgData name="Kevin Englehart" userId="60bfdd56-b43c-4fbd-a834-96ba8e0139fb" providerId="ADAL" clId="{8FA93CDD-FE45-8744-ACA3-D7903B2929A7}" dt="2023-10-25T00:25:01.945" v="94" actId="2711"/>
          <ac:spMkLst>
            <pc:docMk/>
            <pc:sldMk cId="838687163" sldId="275"/>
            <ac:spMk id="7" creationId="{0F488C03-A834-2825-8BCE-E7FB3038FC98}"/>
          </ac:spMkLst>
        </pc:spChg>
      </pc:sldChg>
      <pc:sldChg chg="addSp delSp modSp new mod setBg">
        <pc:chgData name="Kevin Englehart" userId="60bfdd56-b43c-4fbd-a834-96ba8e0139fb" providerId="ADAL" clId="{8FA93CDD-FE45-8744-ACA3-D7903B2929A7}" dt="2023-10-25T00:45:50.134" v="279" actId="20577"/>
        <pc:sldMkLst>
          <pc:docMk/>
          <pc:sldMk cId="4044474318" sldId="276"/>
        </pc:sldMkLst>
        <pc:spChg chg="add mod">
          <ac:chgData name="Kevin Englehart" userId="60bfdd56-b43c-4fbd-a834-96ba8e0139fb" providerId="ADAL" clId="{8FA93CDD-FE45-8744-ACA3-D7903B2929A7}" dt="2023-10-25T00:29:56.519" v="123" actId="1076"/>
          <ac:spMkLst>
            <pc:docMk/>
            <pc:sldMk cId="4044474318" sldId="276"/>
            <ac:spMk id="6" creationId="{AC0C7C89-EAFE-F438-0807-0A0E41FB2CA8}"/>
          </ac:spMkLst>
        </pc:spChg>
        <pc:spChg chg="add mod">
          <ac:chgData name="Kevin Englehart" userId="60bfdd56-b43c-4fbd-a834-96ba8e0139fb" providerId="ADAL" clId="{8FA93CDD-FE45-8744-ACA3-D7903B2929A7}" dt="2023-10-25T00:26:32.526" v="98" actId="14100"/>
          <ac:spMkLst>
            <pc:docMk/>
            <pc:sldMk cId="4044474318" sldId="276"/>
            <ac:spMk id="7" creationId="{3C8DEB1A-D824-854A-3F44-8AB141552205}"/>
          </ac:spMkLst>
        </pc:spChg>
        <pc:spChg chg="add mod">
          <ac:chgData name="Kevin Englehart" userId="60bfdd56-b43c-4fbd-a834-96ba8e0139fb" providerId="ADAL" clId="{8FA93CDD-FE45-8744-ACA3-D7903B2929A7}" dt="2023-10-25T00:27:15.601" v="108" actId="1076"/>
          <ac:spMkLst>
            <pc:docMk/>
            <pc:sldMk cId="4044474318" sldId="276"/>
            <ac:spMk id="9" creationId="{F697CBFD-D066-7E6D-A3F6-76E86AD3E8B0}"/>
          </ac:spMkLst>
        </pc:spChg>
        <pc:spChg chg="add mod">
          <ac:chgData name="Kevin Englehart" userId="60bfdd56-b43c-4fbd-a834-96ba8e0139fb" providerId="ADAL" clId="{8FA93CDD-FE45-8744-ACA3-D7903B2929A7}" dt="2023-10-25T00:27:10.568" v="107" actId="1076"/>
          <ac:spMkLst>
            <pc:docMk/>
            <pc:sldMk cId="4044474318" sldId="276"/>
            <ac:spMk id="10" creationId="{870BE906-867E-0FC8-E316-1CC8A27228D7}"/>
          </ac:spMkLst>
        </pc:spChg>
        <pc:spChg chg="add mod">
          <ac:chgData name="Kevin Englehart" userId="60bfdd56-b43c-4fbd-a834-96ba8e0139fb" providerId="ADAL" clId="{8FA93CDD-FE45-8744-ACA3-D7903B2929A7}" dt="2023-10-25T00:26:32.526" v="98" actId="14100"/>
          <ac:spMkLst>
            <pc:docMk/>
            <pc:sldMk cId="4044474318" sldId="276"/>
            <ac:spMk id="11" creationId="{664EB698-751C-431B-FDA4-C1C3750603CF}"/>
          </ac:spMkLst>
        </pc:spChg>
        <pc:spChg chg="add del mod">
          <ac:chgData name="Kevin Englehart" userId="60bfdd56-b43c-4fbd-a834-96ba8e0139fb" providerId="ADAL" clId="{8FA93CDD-FE45-8744-ACA3-D7903B2929A7}" dt="2023-10-25T00:34:40.140" v="132" actId="478"/>
          <ac:spMkLst>
            <pc:docMk/>
            <pc:sldMk cId="4044474318" sldId="276"/>
            <ac:spMk id="12" creationId="{A64883F4-E00D-E344-CAFE-DF0B00CEEC60}"/>
          </ac:spMkLst>
        </pc:spChg>
        <pc:spChg chg="add">
          <ac:chgData name="Kevin Englehart" userId="60bfdd56-b43c-4fbd-a834-96ba8e0139fb" providerId="ADAL" clId="{8FA93CDD-FE45-8744-ACA3-D7903B2929A7}" dt="2023-10-25T00:27:44.914" v="109" actId="11529"/>
          <ac:spMkLst>
            <pc:docMk/>
            <pc:sldMk cId="4044474318" sldId="276"/>
            <ac:spMk id="22" creationId="{78856835-38BB-C556-05EE-B0269979C7AE}"/>
          </ac:spMkLst>
        </pc:spChg>
        <pc:spChg chg="add mod">
          <ac:chgData name="Kevin Englehart" userId="60bfdd56-b43c-4fbd-a834-96ba8e0139fb" providerId="ADAL" clId="{8FA93CDD-FE45-8744-ACA3-D7903B2929A7}" dt="2023-10-25T00:29:05.967" v="113" actId="1076"/>
          <ac:spMkLst>
            <pc:docMk/>
            <pc:sldMk cId="4044474318" sldId="276"/>
            <ac:spMk id="23" creationId="{F0E77672-8842-1DA7-F14A-0964456E80DD}"/>
          </ac:spMkLst>
        </pc:spChg>
        <pc:spChg chg="add mod">
          <ac:chgData name="Kevin Englehart" userId="60bfdd56-b43c-4fbd-a834-96ba8e0139fb" providerId="ADAL" clId="{8FA93CDD-FE45-8744-ACA3-D7903B2929A7}" dt="2023-10-25T00:29:42.609" v="122" actId="1035"/>
          <ac:spMkLst>
            <pc:docMk/>
            <pc:sldMk cId="4044474318" sldId="276"/>
            <ac:spMk id="24" creationId="{2E88C139-2CB7-DC7B-B124-CFCF79C219EA}"/>
          </ac:spMkLst>
        </pc:spChg>
        <pc:spChg chg="add mod">
          <ac:chgData name="Kevin Englehart" userId="60bfdd56-b43c-4fbd-a834-96ba8e0139fb" providerId="ADAL" clId="{8FA93CDD-FE45-8744-ACA3-D7903B2929A7}" dt="2023-10-25T00:29:42.609" v="122" actId="1035"/>
          <ac:spMkLst>
            <pc:docMk/>
            <pc:sldMk cId="4044474318" sldId="276"/>
            <ac:spMk id="25" creationId="{FDC2FCE1-DE5C-F2F1-C52A-09452DEBC1CE}"/>
          </ac:spMkLst>
        </pc:spChg>
        <pc:spChg chg="add mod">
          <ac:chgData name="Kevin Englehart" userId="60bfdd56-b43c-4fbd-a834-96ba8e0139fb" providerId="ADAL" clId="{8FA93CDD-FE45-8744-ACA3-D7903B2929A7}" dt="2023-10-25T00:39:42.201" v="172" actId="207"/>
          <ac:spMkLst>
            <pc:docMk/>
            <pc:sldMk cId="4044474318" sldId="276"/>
            <ac:spMk id="42" creationId="{7CB9912B-EBC0-CE8D-1B55-60AE26CD5BCB}"/>
          </ac:spMkLst>
        </pc:spChg>
        <pc:spChg chg="add mod">
          <ac:chgData name="Kevin Englehart" userId="60bfdd56-b43c-4fbd-a834-96ba8e0139fb" providerId="ADAL" clId="{8FA93CDD-FE45-8744-ACA3-D7903B2929A7}" dt="2023-10-25T00:39:45.239" v="173" actId="207"/>
          <ac:spMkLst>
            <pc:docMk/>
            <pc:sldMk cId="4044474318" sldId="276"/>
            <ac:spMk id="43" creationId="{334152C1-8524-DDFB-8FA6-C68F5D84683C}"/>
          </ac:spMkLst>
        </pc:spChg>
        <pc:spChg chg="add mod">
          <ac:chgData name="Kevin Englehart" userId="60bfdd56-b43c-4fbd-a834-96ba8e0139fb" providerId="ADAL" clId="{8FA93CDD-FE45-8744-ACA3-D7903B2929A7}" dt="2023-10-25T00:41:35.519" v="199" actId="167"/>
          <ac:spMkLst>
            <pc:docMk/>
            <pc:sldMk cId="4044474318" sldId="276"/>
            <ac:spMk id="44" creationId="{39B91887-2A8C-95C7-7AF1-300B2BA856F4}"/>
          </ac:spMkLst>
        </pc:spChg>
        <pc:spChg chg="add mod">
          <ac:chgData name="Kevin Englehart" userId="60bfdd56-b43c-4fbd-a834-96ba8e0139fb" providerId="ADAL" clId="{8FA93CDD-FE45-8744-ACA3-D7903B2929A7}" dt="2023-10-25T00:41:29.949" v="198" actId="167"/>
          <ac:spMkLst>
            <pc:docMk/>
            <pc:sldMk cId="4044474318" sldId="276"/>
            <ac:spMk id="45" creationId="{D502B184-080B-C5E8-2117-471E6571F420}"/>
          </ac:spMkLst>
        </pc:spChg>
        <pc:spChg chg="add mod">
          <ac:chgData name="Kevin Englehart" userId="60bfdd56-b43c-4fbd-a834-96ba8e0139fb" providerId="ADAL" clId="{8FA93CDD-FE45-8744-ACA3-D7903B2929A7}" dt="2023-10-25T00:45:02.828" v="266" actId="1076"/>
          <ac:spMkLst>
            <pc:docMk/>
            <pc:sldMk cId="4044474318" sldId="276"/>
            <ac:spMk id="46" creationId="{E0E9CE09-E5C3-7D00-195E-91AC72052F78}"/>
          </ac:spMkLst>
        </pc:spChg>
        <pc:spChg chg="add del mod">
          <ac:chgData name="Kevin Englehart" userId="60bfdd56-b43c-4fbd-a834-96ba8e0139fb" providerId="ADAL" clId="{8FA93CDD-FE45-8744-ACA3-D7903B2929A7}" dt="2023-10-25T00:44:39.571" v="263" actId="478"/>
          <ac:spMkLst>
            <pc:docMk/>
            <pc:sldMk cId="4044474318" sldId="276"/>
            <ac:spMk id="49" creationId="{5062F5C6-0119-523B-75A7-E216E71B804A}"/>
          </ac:spMkLst>
        </pc:spChg>
        <pc:spChg chg="add mod">
          <ac:chgData name="Kevin Englehart" userId="60bfdd56-b43c-4fbd-a834-96ba8e0139fb" providerId="ADAL" clId="{8FA93CDD-FE45-8744-ACA3-D7903B2929A7}" dt="2023-10-25T00:45:50.134" v="279" actId="20577"/>
          <ac:spMkLst>
            <pc:docMk/>
            <pc:sldMk cId="4044474318" sldId="276"/>
            <ac:spMk id="53" creationId="{7A4E2B48-7625-E854-59F9-E0C52A410A22}"/>
          </ac:spMkLst>
        </pc:spChg>
        <pc:cxnChg chg="add mod">
          <ac:chgData name="Kevin Englehart" userId="60bfdd56-b43c-4fbd-a834-96ba8e0139fb" providerId="ADAL" clId="{8FA93CDD-FE45-8744-ACA3-D7903B2929A7}" dt="2023-10-25T00:27:06.233" v="106" actId="14100"/>
          <ac:cxnSpMkLst>
            <pc:docMk/>
            <pc:sldMk cId="4044474318" sldId="276"/>
            <ac:cxnSpMk id="2" creationId="{C774F121-93EE-047D-4181-598D3E722DB6}"/>
          </ac:cxnSpMkLst>
        </pc:cxnChg>
        <pc:cxnChg chg="add mod">
          <ac:chgData name="Kevin Englehart" userId="60bfdd56-b43c-4fbd-a834-96ba8e0139fb" providerId="ADAL" clId="{8FA93CDD-FE45-8744-ACA3-D7903B2929A7}" dt="2023-10-25T00:27:02.888" v="105" actId="14100"/>
          <ac:cxnSpMkLst>
            <pc:docMk/>
            <pc:sldMk cId="4044474318" sldId="276"/>
            <ac:cxnSpMk id="3" creationId="{AA5FA19D-4D53-3681-155C-31998F8B3561}"/>
          </ac:cxnSpMkLst>
        </pc:cxnChg>
        <pc:cxnChg chg="add mod">
          <ac:chgData name="Kevin Englehart" userId="60bfdd56-b43c-4fbd-a834-96ba8e0139fb" providerId="ADAL" clId="{8FA93CDD-FE45-8744-ACA3-D7903B2929A7}" dt="2023-10-25T00:26:32.526" v="98" actId="14100"/>
          <ac:cxnSpMkLst>
            <pc:docMk/>
            <pc:sldMk cId="4044474318" sldId="276"/>
            <ac:cxnSpMk id="4" creationId="{89CFED23-9E24-BEB4-507B-5E72400C13CC}"/>
          </ac:cxnSpMkLst>
        </pc:cxnChg>
        <pc:cxnChg chg="add mod">
          <ac:chgData name="Kevin Englehart" userId="60bfdd56-b43c-4fbd-a834-96ba8e0139fb" providerId="ADAL" clId="{8FA93CDD-FE45-8744-ACA3-D7903B2929A7}" dt="2023-10-25T00:26:32.526" v="98" actId="14100"/>
          <ac:cxnSpMkLst>
            <pc:docMk/>
            <pc:sldMk cId="4044474318" sldId="276"/>
            <ac:cxnSpMk id="5" creationId="{0EF5B02D-BA36-3F18-E970-3546A3ECA704}"/>
          </ac:cxnSpMkLst>
        </pc:cxnChg>
        <pc:cxnChg chg="add mod">
          <ac:chgData name="Kevin Englehart" userId="60bfdd56-b43c-4fbd-a834-96ba8e0139fb" providerId="ADAL" clId="{8FA93CDD-FE45-8744-ACA3-D7903B2929A7}" dt="2023-10-25T00:26:32.526" v="98" actId="14100"/>
          <ac:cxnSpMkLst>
            <pc:docMk/>
            <pc:sldMk cId="4044474318" sldId="276"/>
            <ac:cxnSpMk id="8" creationId="{3FB893FD-DE81-AB66-05A1-7366286783A7}"/>
          </ac:cxnSpMkLst>
        </pc:cxnChg>
        <pc:cxnChg chg="add del mod">
          <ac:chgData name="Kevin Englehart" userId="60bfdd56-b43c-4fbd-a834-96ba8e0139fb" providerId="ADAL" clId="{8FA93CDD-FE45-8744-ACA3-D7903B2929A7}" dt="2023-10-25T00:35:20.840" v="137" actId="478"/>
          <ac:cxnSpMkLst>
            <pc:docMk/>
            <pc:sldMk cId="4044474318" sldId="276"/>
            <ac:cxnSpMk id="27" creationId="{378E9C30-32C2-CE30-0B35-3D39D8B5492A}"/>
          </ac:cxnSpMkLst>
        </pc:cxnChg>
        <pc:cxnChg chg="add del mod">
          <ac:chgData name="Kevin Englehart" userId="60bfdd56-b43c-4fbd-a834-96ba8e0139fb" providerId="ADAL" clId="{8FA93CDD-FE45-8744-ACA3-D7903B2929A7}" dt="2023-10-25T00:37:29.573" v="160" actId="478"/>
          <ac:cxnSpMkLst>
            <pc:docMk/>
            <pc:sldMk cId="4044474318" sldId="276"/>
            <ac:cxnSpMk id="32" creationId="{7DB24077-FF12-3555-577C-0AB0973F25CF}"/>
          </ac:cxnSpMkLst>
        </pc:cxnChg>
        <pc:cxnChg chg="add del">
          <ac:chgData name="Kevin Englehart" userId="60bfdd56-b43c-4fbd-a834-96ba8e0139fb" providerId="ADAL" clId="{8FA93CDD-FE45-8744-ACA3-D7903B2929A7}" dt="2023-10-25T00:35:56.290" v="146" actId="11529"/>
          <ac:cxnSpMkLst>
            <pc:docMk/>
            <pc:sldMk cId="4044474318" sldId="276"/>
            <ac:cxnSpMk id="34" creationId="{9B34E610-BB1D-D38F-BEB9-FFF3B7DD3812}"/>
          </ac:cxnSpMkLst>
        </pc:cxnChg>
        <pc:cxnChg chg="add del mod">
          <ac:chgData name="Kevin Englehart" userId="60bfdd56-b43c-4fbd-a834-96ba8e0139fb" providerId="ADAL" clId="{8FA93CDD-FE45-8744-ACA3-D7903B2929A7}" dt="2023-10-25T00:36:05.197" v="148" actId="11529"/>
          <ac:cxnSpMkLst>
            <pc:docMk/>
            <pc:sldMk cId="4044474318" sldId="276"/>
            <ac:cxnSpMk id="36" creationId="{1255D06C-93A7-43D1-67EA-CDF809EBF51F}"/>
          </ac:cxnSpMkLst>
        </pc:cxnChg>
        <pc:cxnChg chg="add mod">
          <ac:chgData name="Kevin Englehart" userId="60bfdd56-b43c-4fbd-a834-96ba8e0139fb" providerId="ADAL" clId="{8FA93CDD-FE45-8744-ACA3-D7903B2929A7}" dt="2023-10-25T00:36:49.462" v="157" actId="1035"/>
          <ac:cxnSpMkLst>
            <pc:docMk/>
            <pc:sldMk cId="4044474318" sldId="276"/>
            <ac:cxnSpMk id="38" creationId="{6224082F-00CB-4B3F-B0BC-BF0E22F256FC}"/>
          </ac:cxnSpMkLst>
        </pc:cxnChg>
        <pc:cxnChg chg="add mod">
          <ac:chgData name="Kevin Englehart" userId="60bfdd56-b43c-4fbd-a834-96ba8e0139fb" providerId="ADAL" clId="{8FA93CDD-FE45-8744-ACA3-D7903B2929A7}" dt="2023-10-25T00:36:52.192" v="158" actId="1035"/>
          <ac:cxnSpMkLst>
            <pc:docMk/>
            <pc:sldMk cId="4044474318" sldId="276"/>
            <ac:cxnSpMk id="41" creationId="{3A194AF9-408E-9AAD-F038-3649C6068326}"/>
          </ac:cxnSpMkLst>
        </pc:cxnChg>
        <pc:cxnChg chg="add del mod">
          <ac:chgData name="Kevin Englehart" userId="60bfdd56-b43c-4fbd-a834-96ba8e0139fb" providerId="ADAL" clId="{8FA93CDD-FE45-8744-ACA3-D7903B2929A7}" dt="2023-10-25T00:42:54.964" v="222" actId="11529"/>
          <ac:cxnSpMkLst>
            <pc:docMk/>
            <pc:sldMk cId="4044474318" sldId="276"/>
            <ac:cxnSpMk id="48" creationId="{0E914060-986F-2DC7-6186-B07780451C3D}"/>
          </ac:cxnSpMkLst>
        </pc:cxnChg>
        <pc:cxnChg chg="add mod">
          <ac:chgData name="Kevin Englehart" userId="60bfdd56-b43c-4fbd-a834-96ba8e0139fb" providerId="ADAL" clId="{8FA93CDD-FE45-8744-ACA3-D7903B2929A7}" dt="2023-10-25T00:45:20.505" v="269" actId="1076"/>
          <ac:cxnSpMkLst>
            <pc:docMk/>
            <pc:sldMk cId="4044474318" sldId="276"/>
            <ac:cxnSpMk id="51" creationId="{A8A400D8-0430-58A5-25A4-6A2C6909CDC8}"/>
          </ac:cxnSpMkLst>
        </pc:cxnChg>
        <pc:cxnChg chg="add mod">
          <ac:chgData name="Kevin Englehart" userId="60bfdd56-b43c-4fbd-a834-96ba8e0139fb" providerId="ADAL" clId="{8FA93CDD-FE45-8744-ACA3-D7903B2929A7}" dt="2023-10-25T00:45:47.078" v="277" actId="1076"/>
          <ac:cxnSpMkLst>
            <pc:docMk/>
            <pc:sldMk cId="4044474318" sldId="276"/>
            <ac:cxnSpMk id="54" creationId="{3E646A16-E090-8632-C8AA-5F87B50A418B}"/>
          </ac:cxnSpMkLst>
        </pc:cxnChg>
      </pc:sldChg>
      <pc:sldChg chg="addSp modSp new mod">
        <pc:chgData name="Kevin Englehart" userId="60bfdd56-b43c-4fbd-a834-96ba8e0139fb" providerId="ADAL" clId="{8FA93CDD-FE45-8744-ACA3-D7903B2929A7}" dt="2023-10-26T23:36:50.483" v="299" actId="1038"/>
        <pc:sldMkLst>
          <pc:docMk/>
          <pc:sldMk cId="2503729213" sldId="279"/>
        </pc:sldMkLst>
        <pc:picChg chg="add">
          <ac:chgData name="Kevin Englehart" userId="60bfdd56-b43c-4fbd-a834-96ba8e0139fb" providerId="ADAL" clId="{8FA93CDD-FE45-8744-ACA3-D7903B2929A7}" dt="2023-10-26T23:34:59.358" v="281"/>
          <ac:picMkLst>
            <pc:docMk/>
            <pc:sldMk cId="2503729213" sldId="279"/>
            <ac:picMk id="2" creationId="{BCA6EAF1-97CB-E17B-0152-D749ED5630A2}"/>
          </ac:picMkLst>
        </pc:picChg>
        <pc:picChg chg="add mod">
          <ac:chgData name="Kevin Englehart" userId="60bfdd56-b43c-4fbd-a834-96ba8e0139fb" providerId="ADAL" clId="{8FA93CDD-FE45-8744-ACA3-D7903B2929A7}" dt="2023-10-26T23:35:25.503" v="287" actId="1036"/>
          <ac:picMkLst>
            <pc:docMk/>
            <pc:sldMk cId="2503729213" sldId="279"/>
            <ac:picMk id="3" creationId="{C451B902-8BFA-8E93-C903-AE8D61690867}"/>
          </ac:picMkLst>
        </pc:picChg>
        <pc:picChg chg="add mod">
          <ac:chgData name="Kevin Englehart" userId="60bfdd56-b43c-4fbd-a834-96ba8e0139fb" providerId="ADAL" clId="{8FA93CDD-FE45-8744-ACA3-D7903B2929A7}" dt="2023-10-26T23:36:19.026" v="289" actId="1076"/>
          <ac:picMkLst>
            <pc:docMk/>
            <pc:sldMk cId="2503729213" sldId="279"/>
            <ac:picMk id="4" creationId="{BDC73077-7842-ED3B-7189-70E27DEE5975}"/>
          </ac:picMkLst>
        </pc:picChg>
        <pc:picChg chg="add mod">
          <ac:chgData name="Kevin Englehart" userId="60bfdd56-b43c-4fbd-a834-96ba8e0139fb" providerId="ADAL" clId="{8FA93CDD-FE45-8744-ACA3-D7903B2929A7}" dt="2023-10-26T23:36:50.483" v="299" actId="1038"/>
          <ac:picMkLst>
            <pc:docMk/>
            <pc:sldMk cId="2503729213" sldId="279"/>
            <ac:picMk id="5" creationId="{58AE9A41-B6AD-1EBF-50AB-99DB81C71F9A}"/>
          </ac:picMkLst>
        </pc:picChg>
      </pc:sldChg>
    </pc:docChg>
  </pc:docChgLst>
  <pc:docChgLst>
    <pc:chgData name="Kevin Englehart" userId="60bfdd56-b43c-4fbd-a834-96ba8e0139fb" providerId="ADAL" clId="{B805EA5D-0E60-0346-AD51-7D66B68BB2E0}"/>
    <pc:docChg chg="undo custSel addSld delSld modSld">
      <pc:chgData name="Kevin Englehart" userId="60bfdd56-b43c-4fbd-a834-96ba8e0139fb" providerId="ADAL" clId="{B805EA5D-0E60-0346-AD51-7D66B68BB2E0}" dt="2024-03-05T18:26:37.793" v="1905" actId="20577"/>
      <pc:docMkLst>
        <pc:docMk/>
      </pc:docMkLst>
      <pc:sldChg chg="addSp delSp modSp mod">
        <pc:chgData name="Kevin Englehart" userId="60bfdd56-b43c-4fbd-a834-96ba8e0139fb" providerId="ADAL" clId="{B805EA5D-0E60-0346-AD51-7D66B68BB2E0}" dt="2024-02-14T18:16:19.293" v="632" actId="1038"/>
        <pc:sldMkLst>
          <pc:docMk/>
          <pc:sldMk cId="1701873605" sldId="260"/>
        </pc:sldMkLst>
        <pc:spChg chg="add del">
          <ac:chgData name="Kevin Englehart" userId="60bfdd56-b43c-4fbd-a834-96ba8e0139fb" providerId="ADAL" clId="{B805EA5D-0E60-0346-AD51-7D66B68BB2E0}" dt="2024-02-13T20:39:34.648" v="518" actId="22"/>
          <ac:spMkLst>
            <pc:docMk/>
            <pc:sldMk cId="1701873605" sldId="260"/>
            <ac:spMk id="3" creationId="{90B0B710-1F69-04CD-8574-8703EF278EFD}"/>
          </ac:spMkLst>
        </pc:spChg>
        <pc:spChg chg="add mod">
          <ac:chgData name="Kevin Englehart" userId="60bfdd56-b43c-4fbd-a834-96ba8e0139fb" providerId="ADAL" clId="{B805EA5D-0E60-0346-AD51-7D66B68BB2E0}" dt="2024-02-14T18:16:19.293" v="632" actId="1038"/>
          <ac:spMkLst>
            <pc:docMk/>
            <pc:sldMk cId="1701873605" sldId="260"/>
            <ac:spMk id="5" creationId="{1E85264A-093A-9769-DE59-49661F38949A}"/>
          </ac:spMkLst>
        </pc:spChg>
        <pc:spChg chg="mod">
          <ac:chgData name="Kevin Englehart" userId="60bfdd56-b43c-4fbd-a834-96ba8e0139fb" providerId="ADAL" clId="{B805EA5D-0E60-0346-AD51-7D66B68BB2E0}" dt="2024-02-13T20:39:38.155" v="519" actId="1076"/>
          <ac:spMkLst>
            <pc:docMk/>
            <pc:sldMk cId="1701873605" sldId="260"/>
            <ac:spMk id="8" creationId="{48D08A58-5F1E-0D23-53C7-595FCB9D1F67}"/>
          </ac:spMkLst>
        </pc:spChg>
        <pc:spChg chg="add mod">
          <ac:chgData name="Kevin Englehart" userId="60bfdd56-b43c-4fbd-a834-96ba8e0139fb" providerId="ADAL" clId="{B805EA5D-0E60-0346-AD51-7D66B68BB2E0}" dt="2024-02-14T18:13:50.029" v="596" actId="1076"/>
          <ac:spMkLst>
            <pc:docMk/>
            <pc:sldMk cId="1701873605" sldId="260"/>
            <ac:spMk id="9" creationId="{2603AD68-2440-F7E9-5B0B-0DC2E6426C88}"/>
          </ac:spMkLst>
        </pc:spChg>
        <pc:spChg chg="mod">
          <ac:chgData name="Kevin Englehart" userId="60bfdd56-b43c-4fbd-a834-96ba8e0139fb" providerId="ADAL" clId="{B805EA5D-0E60-0346-AD51-7D66B68BB2E0}" dt="2024-02-14T18:13:59.225" v="599" actId="1076"/>
          <ac:spMkLst>
            <pc:docMk/>
            <pc:sldMk cId="1701873605" sldId="260"/>
            <ac:spMk id="20" creationId="{FBC5A90D-1235-BB45-8DD9-5A1E8C643F15}"/>
          </ac:spMkLst>
        </pc:spChg>
        <pc:spChg chg="mod">
          <ac:chgData name="Kevin Englehart" userId="60bfdd56-b43c-4fbd-a834-96ba8e0139fb" providerId="ADAL" clId="{B805EA5D-0E60-0346-AD51-7D66B68BB2E0}" dt="2024-02-14T18:16:19.293" v="632" actId="1038"/>
          <ac:spMkLst>
            <pc:docMk/>
            <pc:sldMk cId="1701873605" sldId="260"/>
            <ac:spMk id="28" creationId="{35528F55-9E1D-B761-4D8C-A7E238F41337}"/>
          </ac:spMkLst>
        </pc:spChg>
        <pc:cxnChg chg="add mod">
          <ac:chgData name="Kevin Englehart" userId="60bfdd56-b43c-4fbd-a834-96ba8e0139fb" providerId="ADAL" clId="{B805EA5D-0E60-0346-AD51-7D66B68BB2E0}" dt="2024-02-14T18:13:56.429" v="598" actId="1076"/>
          <ac:cxnSpMkLst>
            <pc:docMk/>
            <pc:sldMk cId="1701873605" sldId="260"/>
            <ac:cxnSpMk id="3" creationId="{A50E4DE3-7AE2-5BDC-D561-346866DF442C}"/>
          </ac:cxnSpMkLst>
        </pc:cxnChg>
        <pc:cxnChg chg="mod">
          <ac:chgData name="Kevin Englehart" userId="60bfdd56-b43c-4fbd-a834-96ba8e0139fb" providerId="ADAL" clId="{B805EA5D-0E60-0346-AD51-7D66B68BB2E0}" dt="2024-02-14T18:14:08.517" v="625" actId="1037"/>
          <ac:cxnSpMkLst>
            <pc:docMk/>
            <pc:sldMk cId="1701873605" sldId="260"/>
            <ac:cxnSpMk id="22" creationId="{BE453214-12AB-1BD2-207B-DE4306498728}"/>
          </ac:cxnSpMkLst>
        </pc:cxnChg>
      </pc:sldChg>
      <pc:sldChg chg="addSp modSp mod">
        <pc:chgData name="Kevin Englehart" userId="60bfdd56-b43c-4fbd-a834-96ba8e0139fb" providerId="ADAL" clId="{B805EA5D-0E60-0346-AD51-7D66B68BB2E0}" dt="2024-02-15T16:17:36.480" v="744" actId="14100"/>
        <pc:sldMkLst>
          <pc:docMk/>
          <pc:sldMk cId="3536850664" sldId="263"/>
        </pc:sldMkLst>
        <pc:spChg chg="add mod">
          <ac:chgData name="Kevin Englehart" userId="60bfdd56-b43c-4fbd-a834-96ba8e0139fb" providerId="ADAL" clId="{B805EA5D-0E60-0346-AD51-7D66B68BB2E0}" dt="2024-02-15T16:16:52.413" v="711" actId="1076"/>
          <ac:spMkLst>
            <pc:docMk/>
            <pc:sldMk cId="3536850664" sldId="263"/>
            <ac:spMk id="9" creationId="{61706AE0-B2B5-0534-2751-D2F9CD17E735}"/>
          </ac:spMkLst>
        </pc:spChg>
        <pc:spChg chg="mod">
          <ac:chgData name="Kevin Englehart" userId="60bfdd56-b43c-4fbd-a834-96ba8e0139fb" providerId="ADAL" clId="{B805EA5D-0E60-0346-AD51-7D66B68BB2E0}" dt="2024-02-15T16:14:05.101" v="656" actId="1076"/>
          <ac:spMkLst>
            <pc:docMk/>
            <pc:sldMk cId="3536850664" sldId="263"/>
            <ac:spMk id="11" creationId="{847156D2-62BC-BC90-A35B-006B4A859D08}"/>
          </ac:spMkLst>
        </pc:spChg>
        <pc:spChg chg="mod">
          <ac:chgData name="Kevin Englehart" userId="60bfdd56-b43c-4fbd-a834-96ba8e0139fb" providerId="ADAL" clId="{B805EA5D-0E60-0346-AD51-7D66B68BB2E0}" dt="2024-02-15T16:17:36.480" v="744" actId="14100"/>
          <ac:spMkLst>
            <pc:docMk/>
            <pc:sldMk cId="3536850664" sldId="263"/>
            <ac:spMk id="13" creationId="{E2D185E3-EFDA-0B6C-3019-DA775EA9477C}"/>
          </ac:spMkLst>
        </pc:spChg>
        <pc:picChg chg="mod">
          <ac:chgData name="Kevin Englehart" userId="60bfdd56-b43c-4fbd-a834-96ba8e0139fb" providerId="ADAL" clId="{B805EA5D-0E60-0346-AD51-7D66B68BB2E0}" dt="2024-02-15T16:13:59.942" v="655" actId="1035"/>
          <ac:picMkLst>
            <pc:docMk/>
            <pc:sldMk cId="3536850664" sldId="263"/>
            <ac:picMk id="4" creationId="{2DB165E3-69CF-AEE6-3FBB-A5E59A466D57}"/>
          </ac:picMkLst>
        </pc:picChg>
        <pc:cxnChg chg="add mod">
          <ac:chgData name="Kevin Englehart" userId="60bfdd56-b43c-4fbd-a834-96ba8e0139fb" providerId="ADAL" clId="{B805EA5D-0E60-0346-AD51-7D66B68BB2E0}" dt="2024-02-15T16:15:17.186" v="675" actId="692"/>
          <ac:cxnSpMkLst>
            <pc:docMk/>
            <pc:sldMk cId="3536850664" sldId="263"/>
            <ac:cxnSpMk id="8" creationId="{A80B4D13-9025-9219-405A-25A99BC3E9D8}"/>
          </ac:cxnSpMkLst>
        </pc:cxnChg>
        <pc:cxnChg chg="mod">
          <ac:chgData name="Kevin Englehart" userId="60bfdd56-b43c-4fbd-a834-96ba8e0139fb" providerId="ADAL" clId="{B805EA5D-0E60-0346-AD51-7D66B68BB2E0}" dt="2024-02-15T16:14:15.212" v="666" actId="1036"/>
          <ac:cxnSpMkLst>
            <pc:docMk/>
            <pc:sldMk cId="3536850664" sldId="263"/>
            <ac:cxnSpMk id="10" creationId="{3121B64F-FF54-7367-E3AF-EA3F790762A7}"/>
          </ac:cxnSpMkLst>
        </pc:cxnChg>
        <pc:cxnChg chg="mod">
          <ac:chgData name="Kevin Englehart" userId="60bfdd56-b43c-4fbd-a834-96ba8e0139fb" providerId="ADAL" clId="{B805EA5D-0E60-0346-AD51-7D66B68BB2E0}" dt="2024-02-15T16:14:36.214" v="671" actId="1035"/>
          <ac:cxnSpMkLst>
            <pc:docMk/>
            <pc:sldMk cId="3536850664" sldId="263"/>
            <ac:cxnSpMk id="18" creationId="{4751817A-5BC3-6AF3-1F59-D7277FF76798}"/>
          </ac:cxnSpMkLst>
        </pc:cxnChg>
      </pc:sldChg>
      <pc:sldChg chg="modSp">
        <pc:chgData name="Kevin Englehart" userId="60bfdd56-b43c-4fbd-a834-96ba8e0139fb" providerId="ADAL" clId="{B805EA5D-0E60-0346-AD51-7D66B68BB2E0}" dt="2024-03-05T18:26:37.793" v="1905" actId="20577"/>
        <pc:sldMkLst>
          <pc:docMk/>
          <pc:sldMk cId="4125404416" sldId="265"/>
        </pc:sldMkLst>
        <pc:spChg chg="mod">
          <ac:chgData name="Kevin Englehart" userId="60bfdd56-b43c-4fbd-a834-96ba8e0139fb" providerId="ADAL" clId="{B805EA5D-0E60-0346-AD51-7D66B68BB2E0}" dt="2024-03-05T18:15:29.930" v="1890" actId="20577"/>
          <ac:spMkLst>
            <pc:docMk/>
            <pc:sldMk cId="4125404416" sldId="265"/>
            <ac:spMk id="8" creationId="{BABDAC14-C2EE-978C-7E71-7901E559BA76}"/>
          </ac:spMkLst>
        </pc:spChg>
        <pc:spChg chg="mod">
          <ac:chgData name="Kevin Englehart" userId="60bfdd56-b43c-4fbd-a834-96ba8e0139fb" providerId="ADAL" clId="{B805EA5D-0E60-0346-AD51-7D66B68BB2E0}" dt="2024-03-05T18:16:37.849" v="1898" actId="20577"/>
          <ac:spMkLst>
            <pc:docMk/>
            <pc:sldMk cId="4125404416" sldId="265"/>
            <ac:spMk id="34" creationId="{0E5670B5-4780-DBF3-9693-C9BD479FA491}"/>
          </ac:spMkLst>
        </pc:spChg>
        <pc:spChg chg="mod">
          <ac:chgData name="Kevin Englehart" userId="60bfdd56-b43c-4fbd-a834-96ba8e0139fb" providerId="ADAL" clId="{B805EA5D-0E60-0346-AD51-7D66B68BB2E0}" dt="2024-03-05T18:26:37.793" v="1905" actId="20577"/>
          <ac:spMkLst>
            <pc:docMk/>
            <pc:sldMk cId="4125404416" sldId="265"/>
            <ac:spMk id="52" creationId="{4CEF6BBC-E642-F7CD-D1E5-F9C79F1DBC4A}"/>
          </ac:spMkLst>
        </pc:spChg>
      </pc:sldChg>
      <pc:sldChg chg="addSp delSp modSp mod">
        <pc:chgData name="Kevin Englehart" userId="60bfdd56-b43c-4fbd-a834-96ba8e0139fb" providerId="ADAL" clId="{B805EA5D-0E60-0346-AD51-7D66B68BB2E0}" dt="2024-03-04T20:09:55.716" v="1732" actId="478"/>
        <pc:sldMkLst>
          <pc:docMk/>
          <pc:sldMk cId="2383788409" sldId="273"/>
        </pc:sldMkLst>
        <pc:spChg chg="mod">
          <ac:chgData name="Kevin Englehart" userId="60bfdd56-b43c-4fbd-a834-96ba8e0139fb" providerId="ADAL" clId="{B805EA5D-0E60-0346-AD51-7D66B68BB2E0}" dt="2024-03-04T19:53:26.026" v="1308" actId="1076"/>
          <ac:spMkLst>
            <pc:docMk/>
            <pc:sldMk cId="2383788409" sldId="273"/>
            <ac:spMk id="3" creationId="{8C9836C8-771F-E051-663A-9F161BD03233}"/>
          </ac:spMkLst>
        </pc:spChg>
        <pc:spChg chg="add mod">
          <ac:chgData name="Kevin Englehart" userId="60bfdd56-b43c-4fbd-a834-96ba8e0139fb" providerId="ADAL" clId="{B805EA5D-0E60-0346-AD51-7D66B68BB2E0}" dt="2024-03-04T19:53:26.026" v="1308" actId="1076"/>
          <ac:spMkLst>
            <pc:docMk/>
            <pc:sldMk cId="2383788409" sldId="273"/>
            <ac:spMk id="4" creationId="{16046C41-3F5B-BB41-8DB9-00C727D5B3A1}"/>
          </ac:spMkLst>
        </pc:spChg>
        <pc:spChg chg="add mod">
          <ac:chgData name="Kevin Englehart" userId="60bfdd56-b43c-4fbd-a834-96ba8e0139fb" providerId="ADAL" clId="{B805EA5D-0E60-0346-AD51-7D66B68BB2E0}" dt="2024-03-04T19:53:26.026" v="1308" actId="1076"/>
          <ac:spMkLst>
            <pc:docMk/>
            <pc:sldMk cId="2383788409" sldId="273"/>
            <ac:spMk id="5" creationId="{707EC87D-B0D9-D717-90D2-1AB61E25962D}"/>
          </ac:spMkLst>
        </pc:spChg>
        <pc:spChg chg="add mod">
          <ac:chgData name="Kevin Englehart" userId="60bfdd56-b43c-4fbd-a834-96ba8e0139fb" providerId="ADAL" clId="{B805EA5D-0E60-0346-AD51-7D66B68BB2E0}" dt="2024-03-04T19:53:26.026" v="1308" actId="1076"/>
          <ac:spMkLst>
            <pc:docMk/>
            <pc:sldMk cId="2383788409" sldId="273"/>
            <ac:spMk id="6" creationId="{A9E6A359-912A-87CD-E8E9-84499C07F32F}"/>
          </ac:spMkLst>
        </pc:spChg>
        <pc:spChg chg="add mod">
          <ac:chgData name="Kevin Englehart" userId="60bfdd56-b43c-4fbd-a834-96ba8e0139fb" providerId="ADAL" clId="{B805EA5D-0E60-0346-AD51-7D66B68BB2E0}" dt="2024-03-04T19:53:26.026" v="1308" actId="1076"/>
          <ac:spMkLst>
            <pc:docMk/>
            <pc:sldMk cId="2383788409" sldId="273"/>
            <ac:spMk id="7" creationId="{9CDB6587-F606-A94D-C358-3C5DF242EABF}"/>
          </ac:spMkLst>
        </pc:spChg>
        <pc:spChg chg="add del mod">
          <ac:chgData name="Kevin Englehart" userId="60bfdd56-b43c-4fbd-a834-96ba8e0139fb" providerId="ADAL" clId="{B805EA5D-0E60-0346-AD51-7D66B68BB2E0}" dt="2024-03-04T19:54:42.214" v="1323" actId="478"/>
          <ac:spMkLst>
            <pc:docMk/>
            <pc:sldMk cId="2383788409" sldId="273"/>
            <ac:spMk id="9" creationId="{39956661-7062-0BE5-4EEA-0FBEFA0386BD}"/>
          </ac:spMkLst>
        </pc:spChg>
        <pc:spChg chg="add mod">
          <ac:chgData name="Kevin Englehart" userId="60bfdd56-b43c-4fbd-a834-96ba8e0139fb" providerId="ADAL" clId="{B805EA5D-0E60-0346-AD51-7D66B68BB2E0}" dt="2024-03-04T19:53:51.660" v="1310" actId="1076"/>
          <ac:spMkLst>
            <pc:docMk/>
            <pc:sldMk cId="2383788409" sldId="273"/>
            <ac:spMk id="11" creationId="{10FCB918-B7CF-947F-F5F2-C957ED7485F5}"/>
          </ac:spMkLst>
        </pc:spChg>
        <pc:spChg chg="add del mod">
          <ac:chgData name="Kevin Englehart" userId="60bfdd56-b43c-4fbd-a834-96ba8e0139fb" providerId="ADAL" clId="{B805EA5D-0E60-0346-AD51-7D66B68BB2E0}" dt="2024-03-04T19:54:19.354" v="1318" actId="478"/>
          <ac:spMkLst>
            <pc:docMk/>
            <pc:sldMk cId="2383788409" sldId="273"/>
            <ac:spMk id="12" creationId="{C9D0E060-E15A-E72D-DF97-6A5B20C02A4C}"/>
          </ac:spMkLst>
        </pc:spChg>
        <pc:spChg chg="add del mod">
          <ac:chgData name="Kevin Englehart" userId="60bfdd56-b43c-4fbd-a834-96ba8e0139fb" providerId="ADAL" clId="{B805EA5D-0E60-0346-AD51-7D66B68BB2E0}" dt="2024-03-04T19:54:14.946" v="1316" actId="478"/>
          <ac:spMkLst>
            <pc:docMk/>
            <pc:sldMk cId="2383788409" sldId="273"/>
            <ac:spMk id="17" creationId="{5F24CD62-AB76-B4B8-2D9D-07B797C6E1DD}"/>
          </ac:spMkLst>
        </pc:spChg>
        <pc:spChg chg="add del mod">
          <ac:chgData name="Kevin Englehart" userId="60bfdd56-b43c-4fbd-a834-96ba8e0139fb" providerId="ADAL" clId="{B805EA5D-0E60-0346-AD51-7D66B68BB2E0}" dt="2024-03-04T19:54:17.601" v="1317" actId="478"/>
          <ac:spMkLst>
            <pc:docMk/>
            <pc:sldMk cId="2383788409" sldId="273"/>
            <ac:spMk id="18" creationId="{841BA99A-50DA-C71A-2E15-67DEED7CE1CA}"/>
          </ac:spMkLst>
        </pc:spChg>
        <pc:spChg chg="add del mod">
          <ac:chgData name="Kevin Englehart" userId="60bfdd56-b43c-4fbd-a834-96ba8e0139fb" providerId="ADAL" clId="{B805EA5D-0E60-0346-AD51-7D66B68BB2E0}" dt="2024-03-04T20:06:28.885" v="1606" actId="478"/>
          <ac:spMkLst>
            <pc:docMk/>
            <pc:sldMk cId="2383788409" sldId="273"/>
            <ac:spMk id="19" creationId="{7A5F3D01-9576-A950-E6B6-23398EFA3DE1}"/>
          </ac:spMkLst>
        </pc:spChg>
        <pc:spChg chg="add del mod">
          <ac:chgData name="Kevin Englehart" userId="60bfdd56-b43c-4fbd-a834-96ba8e0139fb" providerId="ADAL" clId="{B805EA5D-0E60-0346-AD51-7D66B68BB2E0}" dt="2024-03-04T20:06:41.830" v="1608" actId="478"/>
          <ac:spMkLst>
            <pc:docMk/>
            <pc:sldMk cId="2383788409" sldId="273"/>
            <ac:spMk id="20" creationId="{BE866077-3BE6-28A0-B35E-7BEFB866B545}"/>
          </ac:spMkLst>
        </pc:spChg>
        <pc:spChg chg="add del mod">
          <ac:chgData name="Kevin Englehart" userId="60bfdd56-b43c-4fbd-a834-96ba8e0139fb" providerId="ADAL" clId="{B805EA5D-0E60-0346-AD51-7D66B68BB2E0}" dt="2024-03-04T20:08:27.871" v="1680" actId="478"/>
          <ac:spMkLst>
            <pc:docMk/>
            <pc:sldMk cId="2383788409" sldId="273"/>
            <ac:spMk id="22" creationId="{4A56C66D-9248-3846-D461-22937601BD9C}"/>
          </ac:spMkLst>
        </pc:spChg>
        <pc:spChg chg="add del mod">
          <ac:chgData name="Kevin Englehart" userId="60bfdd56-b43c-4fbd-a834-96ba8e0139fb" providerId="ADAL" clId="{B805EA5D-0E60-0346-AD51-7D66B68BB2E0}" dt="2024-03-04T20:07:45.883" v="1639" actId="478"/>
          <ac:spMkLst>
            <pc:docMk/>
            <pc:sldMk cId="2383788409" sldId="273"/>
            <ac:spMk id="23" creationId="{AD46F15A-39E2-6597-B034-05465AF3A4A0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32" creationId="{C35C066C-5600-BDCB-49A3-515C13AC8DF4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55" creationId="{A406225B-D12A-EF58-5A2A-BE5C4ECE2887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56" creationId="{E07A63A0-B95C-B49E-E96A-36CC4D4775C0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57" creationId="{4E5D2493-2DDF-2E7F-1F5F-767FFFD24132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58" creationId="{3DDF5857-D8E9-599E-47F0-763691F8626B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59" creationId="{5A14A637-C769-F8A3-FBA9-88D004E7ED3E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60" creationId="{17BF9446-5583-6067-C733-B098BC6B1247}"/>
          </ac:spMkLst>
        </pc:spChg>
        <pc:spChg chg="add del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63" creationId="{0F77D54A-FCC9-9686-0EA3-1F3FFCE34C1D}"/>
          </ac:spMkLst>
        </pc:spChg>
        <pc:spChg chg="add mod">
          <ac:chgData name="Kevin Englehart" userId="60bfdd56-b43c-4fbd-a834-96ba8e0139fb" providerId="ADAL" clId="{B805EA5D-0E60-0346-AD51-7D66B68BB2E0}" dt="2024-03-04T20:08:21.434" v="1679" actId="1076"/>
          <ac:spMkLst>
            <pc:docMk/>
            <pc:sldMk cId="2383788409" sldId="273"/>
            <ac:spMk id="64" creationId="{DCFAAEA2-4D81-B50D-3B8A-5BDBF1B831D0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68" creationId="{84329252-BD78-92B6-FDAA-E14A027D8A11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3" creationId="{ED8452FE-C0E8-E7E4-F682-214BE2C6D439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4" creationId="{9F807740-3D76-3BC8-DB3B-AA93C2FEB95D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5" creationId="{FA051320-E04C-B1DE-0715-981EA2781F69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6" creationId="{6A7AEFDF-C87F-8E04-4598-4BD9917BD103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7" creationId="{01D4E321-14C0-D09D-3448-53822D81A037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8" creationId="{D6761C06-3762-1C45-1083-45BAD539CA0F}"/>
          </ac:spMkLst>
        </pc:spChg>
        <pc:spChg chg="add mod">
          <ac:chgData name="Kevin Englehart" userId="60bfdd56-b43c-4fbd-a834-96ba8e0139fb" providerId="ADAL" clId="{B805EA5D-0E60-0346-AD51-7D66B68BB2E0}" dt="2024-03-04T20:08:48.089" v="1682" actId="1076"/>
          <ac:spMkLst>
            <pc:docMk/>
            <pc:sldMk cId="2383788409" sldId="273"/>
            <ac:spMk id="89" creationId="{2A0D0312-E6C6-9088-C4A1-66151CA73A80}"/>
          </ac:spMkLst>
        </pc:spChg>
        <pc:spChg chg="add mod">
          <ac:chgData name="Kevin Englehart" userId="60bfdd56-b43c-4fbd-a834-96ba8e0139fb" providerId="ADAL" clId="{B805EA5D-0E60-0346-AD51-7D66B68BB2E0}" dt="2024-03-04T20:08:57.547" v="1684" actId="20577"/>
          <ac:spMkLst>
            <pc:docMk/>
            <pc:sldMk cId="2383788409" sldId="273"/>
            <ac:spMk id="90" creationId="{89CB1551-1CC9-4118-43FF-1778593037DC}"/>
          </ac:spMkLst>
        </pc:spChg>
        <pc:grpChg chg="add mod">
          <ac:chgData name="Kevin Englehart" userId="60bfdd56-b43c-4fbd-a834-96ba8e0139fb" providerId="ADAL" clId="{B805EA5D-0E60-0346-AD51-7D66B68BB2E0}" dt="2024-03-04T20:01:05.181" v="1425" actId="1076"/>
          <ac:grpSpMkLst>
            <pc:docMk/>
            <pc:sldMk cId="2383788409" sldId="273"/>
            <ac:grpSpMk id="24" creationId="{FD844923-BEE1-21EC-54D5-BA265C553824}"/>
          </ac:grpSpMkLst>
        </pc:grpChg>
        <pc:picChg chg="mod">
          <ac:chgData name="Kevin Englehart" userId="60bfdd56-b43c-4fbd-a834-96ba8e0139fb" providerId="ADAL" clId="{B805EA5D-0E60-0346-AD51-7D66B68BB2E0}" dt="2024-03-04T19:59:05.141" v="1342" actId="1076"/>
          <ac:picMkLst>
            <pc:docMk/>
            <pc:sldMk cId="2383788409" sldId="273"/>
            <ac:picMk id="2" creationId="{DE6B362E-B0B9-E746-0E03-18FA24A5F048}"/>
          </ac:picMkLst>
        </pc:pic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8" creationId="{0C85E24E-3D6D-E0D9-BB92-FD973E527082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10" creationId="{E5B3E11A-86FC-21AB-74D1-A40FD7F29FA0}"/>
          </ac:cxnSpMkLst>
        </pc:cxnChg>
        <pc:cxnChg chg="add del mod">
          <ac:chgData name="Kevin Englehart" userId="60bfdd56-b43c-4fbd-a834-96ba8e0139fb" providerId="ADAL" clId="{B805EA5D-0E60-0346-AD51-7D66B68BB2E0}" dt="2024-03-04T19:53:56.721" v="1311" actId="478"/>
          <ac:cxnSpMkLst>
            <pc:docMk/>
            <pc:sldMk cId="2383788409" sldId="273"/>
            <ac:cxnSpMk id="13" creationId="{11EC915B-940F-A436-3A23-9B5B2E5BD7E6}"/>
          </ac:cxnSpMkLst>
        </pc:cxnChg>
        <pc:cxnChg chg="add del mod">
          <ac:chgData name="Kevin Englehart" userId="60bfdd56-b43c-4fbd-a834-96ba8e0139fb" providerId="ADAL" clId="{B805EA5D-0E60-0346-AD51-7D66B68BB2E0}" dt="2024-03-04T19:54:00.583" v="1312" actId="478"/>
          <ac:cxnSpMkLst>
            <pc:docMk/>
            <pc:sldMk cId="2383788409" sldId="273"/>
            <ac:cxnSpMk id="14" creationId="{72ED0FB9-50DB-F0C3-FEA2-BE7061E9ABFA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15" creationId="{9A0490AD-D594-9B04-E057-066E8597120A}"/>
          </ac:cxnSpMkLst>
        </pc:cxnChg>
        <pc:cxnChg chg="add del mod">
          <ac:chgData name="Kevin Englehart" userId="60bfdd56-b43c-4fbd-a834-96ba8e0139fb" providerId="ADAL" clId="{B805EA5D-0E60-0346-AD51-7D66B68BB2E0}" dt="2024-03-04T19:58:34.955" v="1338" actId="478"/>
          <ac:cxnSpMkLst>
            <pc:docMk/>
            <pc:sldMk cId="2383788409" sldId="273"/>
            <ac:cxnSpMk id="16" creationId="{65FBEC23-FDFE-BA67-471A-E9EF2C61919E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25" creationId="{E964865B-FA31-990D-99BA-80216B80852D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26" creationId="{88602685-CE86-2AC1-E438-BB5329D48874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27" creationId="{3A079404-286F-B94E-1981-B07C408A10C9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28" creationId="{1DAE65FA-4DAD-263D-06B0-A65F5A570EBA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29" creationId="{343DC3EA-E92C-1D22-8BA5-23481B1A2B16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30" creationId="{5A9B85A3-3BBE-24A5-F2E6-8C63AB9880FE}"/>
          </ac:cxnSpMkLst>
        </pc:cxnChg>
        <pc:cxnChg chg="add mod">
          <ac:chgData name="Kevin Englehart" userId="60bfdd56-b43c-4fbd-a834-96ba8e0139fb" providerId="ADAL" clId="{B805EA5D-0E60-0346-AD51-7D66B68BB2E0}" dt="2024-03-04T19:58:44.151" v="1339"/>
          <ac:cxnSpMkLst>
            <pc:docMk/>
            <pc:sldMk cId="2383788409" sldId="273"/>
            <ac:cxnSpMk id="31" creationId="{29102D41-D763-CB31-2409-220519D4A54D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34" creationId="{9B902C7C-9E8E-774C-607E-500E3E04E9CB}"/>
          </ac:cxnSpMkLst>
        </pc:cxnChg>
        <pc:cxnChg chg="add del mod">
          <ac:chgData name="Kevin Englehart" userId="60bfdd56-b43c-4fbd-a834-96ba8e0139fb" providerId="ADAL" clId="{B805EA5D-0E60-0346-AD51-7D66B68BB2E0}" dt="2024-03-04T20:05:28.476" v="1588" actId="478"/>
          <ac:cxnSpMkLst>
            <pc:docMk/>
            <pc:sldMk cId="2383788409" sldId="273"/>
            <ac:cxnSpMk id="35" creationId="{6135BDB8-59B6-CD01-A675-EF6AE7432FE2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38" creationId="{A8E8314E-64CC-F616-21C3-AEEBB5908974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39" creationId="{3E70EA81-75F8-5A7F-B03A-137EE73E243D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0" creationId="{B97B98D1-D16A-DF26-6FA1-27AD59634B7C}"/>
          </ac:cxnSpMkLst>
        </pc:cxnChg>
        <pc:cxnChg chg="add del mod">
          <ac:chgData name="Kevin Englehart" userId="60bfdd56-b43c-4fbd-a834-96ba8e0139fb" providerId="ADAL" clId="{B805EA5D-0E60-0346-AD51-7D66B68BB2E0}" dt="2024-03-04T20:02:47.787" v="1517" actId="478"/>
          <ac:cxnSpMkLst>
            <pc:docMk/>
            <pc:sldMk cId="2383788409" sldId="273"/>
            <ac:cxnSpMk id="42" creationId="{1EC711EB-BA52-D6CC-5F12-DF087A2C2B97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3" creationId="{2148A341-4F6A-8FE2-7DCD-54953F4BCE89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4" creationId="{D5BE3CEB-E5F4-86C1-860B-244C595DB366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5" creationId="{CADAF67B-F4F2-CDA1-5438-F814655ADBD1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8" creationId="{EB36BC7F-D186-4E1E-9AAA-61AFBB43D461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49" creationId="{78D0F803-C9DE-FC83-6BFF-1D64B771B208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50" creationId="{0F894CF1-CC9B-F3F7-93E7-3FC4B8B0D4D9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51" creationId="{CC540DBB-83D5-08B6-C835-B3F3C6F235FD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52" creationId="{091754F0-A3FE-6F59-3203-6E672C6A82A9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53" creationId="{308A3C29-D9AE-8162-DD30-E3A1C114FFC7}"/>
          </ac:cxnSpMkLst>
        </pc:cxnChg>
        <pc:cxnChg chg="add mod">
          <ac:chgData name="Kevin Englehart" userId="60bfdd56-b43c-4fbd-a834-96ba8e0139fb" providerId="ADAL" clId="{B805EA5D-0E60-0346-AD51-7D66B68BB2E0}" dt="2024-03-04T20:08:21.434" v="1679" actId="1076"/>
          <ac:cxnSpMkLst>
            <pc:docMk/>
            <pc:sldMk cId="2383788409" sldId="273"/>
            <ac:cxnSpMk id="54" creationId="{9821225B-00EE-C95C-B58F-8E8F110E7AE1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65" creationId="{195F096B-EE80-33B0-DB5E-51435B93FF26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66" creationId="{745EAF66-4954-A67D-1C45-6E258763EA18}"/>
          </ac:cxnSpMkLst>
        </pc:cxnChg>
        <pc:cxnChg chg="add mod">
          <ac:chgData name="Kevin Englehart" userId="60bfdd56-b43c-4fbd-a834-96ba8e0139fb" providerId="ADAL" clId="{B805EA5D-0E60-0346-AD51-7D66B68BB2E0}" dt="2024-03-04T20:09:06.067" v="1687" actId="1038"/>
          <ac:cxnSpMkLst>
            <pc:docMk/>
            <pc:sldMk cId="2383788409" sldId="273"/>
            <ac:cxnSpMk id="67" creationId="{D5D86181-B967-A625-6391-BB2140C430CF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69" creationId="{B05553DF-5754-67EB-4DD6-D5539140B839}"/>
          </ac:cxnSpMkLst>
        </pc:cxnChg>
        <pc:cxnChg chg="add mod">
          <ac:chgData name="Kevin Englehart" userId="60bfdd56-b43c-4fbd-a834-96ba8e0139fb" providerId="ADAL" clId="{B805EA5D-0E60-0346-AD51-7D66B68BB2E0}" dt="2024-03-04T20:09:14.059" v="1719" actId="1035"/>
          <ac:cxnSpMkLst>
            <pc:docMk/>
            <pc:sldMk cId="2383788409" sldId="273"/>
            <ac:cxnSpMk id="70" creationId="{69BB9914-57DD-65F8-5730-DDE263B4236F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71" creationId="{00589FEA-91E2-CA90-7073-BAFBDE3E7085}"/>
          </ac:cxnSpMkLst>
        </pc:cxnChg>
        <pc:cxnChg chg="add mod">
          <ac:chgData name="Kevin Englehart" userId="60bfdd56-b43c-4fbd-a834-96ba8e0139fb" providerId="ADAL" clId="{B805EA5D-0E60-0346-AD51-7D66B68BB2E0}" dt="2024-03-04T20:09:39.849" v="1728" actId="1035"/>
          <ac:cxnSpMkLst>
            <pc:docMk/>
            <pc:sldMk cId="2383788409" sldId="273"/>
            <ac:cxnSpMk id="72" creationId="{3B8E1CC9-68DC-95AE-B0B6-EFF195EED778}"/>
          </ac:cxnSpMkLst>
        </pc:cxnChg>
        <pc:cxnChg chg="add mod">
          <ac:chgData name="Kevin Englehart" userId="60bfdd56-b43c-4fbd-a834-96ba8e0139fb" providerId="ADAL" clId="{B805EA5D-0E60-0346-AD51-7D66B68BB2E0}" dt="2024-03-04T20:09:53.289" v="1731" actId="1035"/>
          <ac:cxnSpMkLst>
            <pc:docMk/>
            <pc:sldMk cId="2383788409" sldId="273"/>
            <ac:cxnSpMk id="73" creationId="{5B02F09B-9F9B-C695-FA08-95D6FD018FEB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74" creationId="{53755ADF-C50A-6E61-AA38-96352E41B2B3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75" creationId="{3E03C42A-6F55-7FC3-B74E-B3F78AD48CD1}"/>
          </ac:cxnSpMkLst>
        </pc:cxnChg>
        <pc:cxnChg chg="add del mod">
          <ac:chgData name="Kevin Englehart" userId="60bfdd56-b43c-4fbd-a834-96ba8e0139fb" providerId="ADAL" clId="{B805EA5D-0E60-0346-AD51-7D66B68BB2E0}" dt="2024-03-04T20:09:44.346" v="1729" actId="478"/>
          <ac:cxnSpMkLst>
            <pc:docMk/>
            <pc:sldMk cId="2383788409" sldId="273"/>
            <ac:cxnSpMk id="76" creationId="{B5ECC090-52EF-F3F5-16E4-926706B96F09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77" creationId="{50B0C61E-B2A7-B5BB-F418-F7C8A93CAEBD}"/>
          </ac:cxnSpMkLst>
        </pc:cxnChg>
        <pc:cxnChg chg="add del mod">
          <ac:chgData name="Kevin Englehart" userId="60bfdd56-b43c-4fbd-a834-96ba8e0139fb" providerId="ADAL" clId="{B805EA5D-0E60-0346-AD51-7D66B68BB2E0}" dt="2024-03-04T20:09:55.716" v="1732" actId="478"/>
          <ac:cxnSpMkLst>
            <pc:docMk/>
            <pc:sldMk cId="2383788409" sldId="273"/>
            <ac:cxnSpMk id="78" creationId="{534796E3-5834-B3D7-2EC5-04E30E313D9C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79" creationId="{EFD2BBA2-6603-C3D1-C1F8-05A4C49656A3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80" creationId="{B324CB2D-D937-29A5-AF99-C15AFCB53F6D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81" creationId="{50A79074-F883-1950-641F-3CBE9F19F3DD}"/>
          </ac:cxnSpMkLst>
        </pc:cxnChg>
        <pc:cxnChg chg="add mod">
          <ac:chgData name="Kevin Englehart" userId="60bfdd56-b43c-4fbd-a834-96ba8e0139fb" providerId="ADAL" clId="{B805EA5D-0E60-0346-AD51-7D66B68BB2E0}" dt="2024-03-04T20:08:48.089" v="1682" actId="1076"/>
          <ac:cxnSpMkLst>
            <pc:docMk/>
            <pc:sldMk cId="2383788409" sldId="273"/>
            <ac:cxnSpMk id="82" creationId="{BC12AFD4-F556-104A-9AD3-35E0B8C31DB6}"/>
          </ac:cxnSpMkLst>
        </pc:cxnChg>
        <pc:cxnChg chg="add mod">
          <ac:chgData name="Kevin Englehart" userId="60bfdd56-b43c-4fbd-a834-96ba8e0139fb" providerId="ADAL" clId="{B805EA5D-0E60-0346-AD51-7D66B68BB2E0}" dt="2024-03-04T20:09:24.172" v="1725" actId="1035"/>
          <ac:cxnSpMkLst>
            <pc:docMk/>
            <pc:sldMk cId="2383788409" sldId="273"/>
            <ac:cxnSpMk id="91" creationId="{2936DD54-EE26-DACF-8B1F-B8FBF40F4A3C}"/>
          </ac:cxnSpMkLst>
        </pc:cxnChg>
      </pc:sldChg>
      <pc:sldChg chg="addSp modSp">
        <pc:chgData name="Kevin Englehart" userId="60bfdd56-b43c-4fbd-a834-96ba8e0139fb" providerId="ADAL" clId="{B805EA5D-0E60-0346-AD51-7D66B68BB2E0}" dt="2024-02-07T20:25:33.697" v="85"/>
        <pc:sldMkLst>
          <pc:docMk/>
          <pc:sldMk cId="4213587749" sldId="274"/>
        </pc:sldMkLst>
        <pc:spChg chg="add mod">
          <ac:chgData name="Kevin Englehart" userId="60bfdd56-b43c-4fbd-a834-96ba8e0139fb" providerId="ADAL" clId="{B805EA5D-0E60-0346-AD51-7D66B68BB2E0}" dt="2024-02-07T20:25:33.697" v="85"/>
          <ac:spMkLst>
            <pc:docMk/>
            <pc:sldMk cId="4213587749" sldId="274"/>
            <ac:spMk id="8" creationId="{ECCF47A2-7295-B020-8EE8-4498AF86289E}"/>
          </ac:spMkLst>
        </pc:spChg>
        <pc:spChg chg="add mod">
          <ac:chgData name="Kevin Englehart" userId="60bfdd56-b43c-4fbd-a834-96ba8e0139fb" providerId="ADAL" clId="{B805EA5D-0E60-0346-AD51-7D66B68BB2E0}" dt="2024-02-07T20:25:33.697" v="85"/>
          <ac:spMkLst>
            <pc:docMk/>
            <pc:sldMk cId="4213587749" sldId="274"/>
            <ac:spMk id="9" creationId="{36C9AE50-4ACD-4F86-30E3-F2018B5F2346}"/>
          </ac:spMkLst>
        </pc:spChg>
        <pc:spChg chg="add mod">
          <ac:chgData name="Kevin Englehart" userId="60bfdd56-b43c-4fbd-a834-96ba8e0139fb" providerId="ADAL" clId="{B805EA5D-0E60-0346-AD51-7D66B68BB2E0}" dt="2024-02-07T20:25:33.697" v="85"/>
          <ac:spMkLst>
            <pc:docMk/>
            <pc:sldMk cId="4213587749" sldId="274"/>
            <ac:spMk id="10" creationId="{314901FB-FB17-7E3F-365D-375DB39CC454}"/>
          </ac:spMkLst>
        </pc:spChg>
        <pc:spChg chg="add mod">
          <ac:chgData name="Kevin Englehart" userId="60bfdd56-b43c-4fbd-a834-96ba8e0139fb" providerId="ADAL" clId="{B805EA5D-0E60-0346-AD51-7D66B68BB2E0}" dt="2024-02-07T20:25:33.697" v="85"/>
          <ac:spMkLst>
            <pc:docMk/>
            <pc:sldMk cId="4213587749" sldId="274"/>
            <ac:spMk id="11" creationId="{7AD66A64-30E0-B67C-4045-284A49B3B064}"/>
          </ac:spMkLst>
        </pc:spChg>
      </pc:sldChg>
      <pc:sldChg chg="addSp delSp modSp new mod">
        <pc:chgData name="Kevin Englehart" userId="60bfdd56-b43c-4fbd-a834-96ba8e0139fb" providerId="ADAL" clId="{B805EA5D-0E60-0346-AD51-7D66B68BB2E0}" dt="2024-02-07T20:22:37.276" v="70" actId="20577"/>
        <pc:sldMkLst>
          <pc:docMk/>
          <pc:sldMk cId="550031521" sldId="280"/>
        </pc:sldMkLst>
        <pc:spChg chg="add del">
          <ac:chgData name="Kevin Englehart" userId="60bfdd56-b43c-4fbd-a834-96ba8e0139fb" providerId="ADAL" clId="{B805EA5D-0E60-0346-AD51-7D66B68BB2E0}" dt="2024-02-07T20:10:25.840" v="2" actId="478"/>
          <ac:spMkLst>
            <pc:docMk/>
            <pc:sldMk cId="550031521" sldId="280"/>
            <ac:spMk id="2" creationId="{8B517BB4-9686-01AF-2DB7-68A0DE9840A3}"/>
          </ac:spMkLst>
        </pc:spChg>
        <pc:spChg chg="add del">
          <ac:chgData name="Kevin Englehart" userId="60bfdd56-b43c-4fbd-a834-96ba8e0139fb" providerId="ADAL" clId="{B805EA5D-0E60-0346-AD51-7D66B68BB2E0}" dt="2024-02-07T20:10:25.840" v="2" actId="478"/>
          <ac:spMkLst>
            <pc:docMk/>
            <pc:sldMk cId="550031521" sldId="280"/>
            <ac:spMk id="3" creationId="{A3719F2F-21EE-69D6-D53A-9472B44FC4E6}"/>
          </ac:spMkLst>
        </pc:spChg>
        <pc:spChg chg="add del mod">
          <ac:chgData name="Kevin Englehart" userId="60bfdd56-b43c-4fbd-a834-96ba8e0139fb" providerId="ADAL" clId="{B805EA5D-0E60-0346-AD51-7D66B68BB2E0}" dt="2024-02-07T20:16:02.960" v="66" actId="14100"/>
          <ac:spMkLst>
            <pc:docMk/>
            <pc:sldMk cId="550031521" sldId="280"/>
            <ac:spMk id="10" creationId="{2F70A66B-F08A-6323-8D86-2CC2A6C05A35}"/>
          </ac:spMkLst>
        </pc:spChg>
        <pc:spChg chg="add mod">
          <ac:chgData name="Kevin Englehart" userId="60bfdd56-b43c-4fbd-a834-96ba8e0139fb" providerId="ADAL" clId="{B805EA5D-0E60-0346-AD51-7D66B68BB2E0}" dt="2024-02-07T20:15:07.023" v="37" actId="1076"/>
          <ac:spMkLst>
            <pc:docMk/>
            <pc:sldMk cId="550031521" sldId="280"/>
            <ac:spMk id="11" creationId="{7D4A21C0-8296-427C-2DCE-004FC2F7EF2A}"/>
          </ac:spMkLst>
        </pc:spChg>
        <pc:spChg chg="add del mod">
          <ac:chgData name="Kevin Englehart" userId="60bfdd56-b43c-4fbd-a834-96ba8e0139fb" providerId="ADAL" clId="{B805EA5D-0E60-0346-AD51-7D66B68BB2E0}" dt="2024-02-07T20:14:43.548" v="30" actId="21"/>
          <ac:spMkLst>
            <pc:docMk/>
            <pc:sldMk cId="550031521" sldId="280"/>
            <ac:spMk id="12" creationId="{DAB3FAD9-B333-791C-17F0-761C65560DD8}"/>
          </ac:spMkLst>
        </pc:spChg>
        <pc:spChg chg="add del">
          <ac:chgData name="Kevin Englehart" userId="60bfdd56-b43c-4fbd-a834-96ba8e0139fb" providerId="ADAL" clId="{B805EA5D-0E60-0346-AD51-7D66B68BB2E0}" dt="2024-02-07T20:14:25.998" v="28" actId="478"/>
          <ac:spMkLst>
            <pc:docMk/>
            <pc:sldMk cId="550031521" sldId="280"/>
            <ac:spMk id="13" creationId="{2B670934-4FA7-14A4-7AC6-840F0FABC767}"/>
          </ac:spMkLst>
        </pc:spChg>
        <pc:spChg chg="add del mod">
          <ac:chgData name="Kevin Englehart" userId="60bfdd56-b43c-4fbd-a834-96ba8e0139fb" providerId="ADAL" clId="{B805EA5D-0E60-0346-AD51-7D66B68BB2E0}" dt="2024-02-07T20:14:43.548" v="30" actId="21"/>
          <ac:spMkLst>
            <pc:docMk/>
            <pc:sldMk cId="550031521" sldId="280"/>
            <ac:spMk id="14" creationId="{1E866E00-A065-962B-80DA-52F77DFCE855}"/>
          </ac:spMkLst>
        </pc:spChg>
        <pc:spChg chg="add">
          <ac:chgData name="Kevin Englehart" userId="60bfdd56-b43c-4fbd-a834-96ba8e0139fb" providerId="ADAL" clId="{B805EA5D-0E60-0346-AD51-7D66B68BB2E0}" dt="2024-02-07T20:10:20.694" v="1"/>
          <ac:spMkLst>
            <pc:docMk/>
            <pc:sldMk cId="550031521" sldId="280"/>
            <ac:spMk id="15" creationId="{ACC26D02-A505-3923-AE54-3AF0E435B21D}"/>
          </ac:spMkLst>
        </pc:spChg>
        <pc:spChg chg="add">
          <ac:chgData name="Kevin Englehart" userId="60bfdd56-b43c-4fbd-a834-96ba8e0139fb" providerId="ADAL" clId="{B805EA5D-0E60-0346-AD51-7D66B68BB2E0}" dt="2024-02-07T20:10:20.694" v="1"/>
          <ac:spMkLst>
            <pc:docMk/>
            <pc:sldMk cId="550031521" sldId="280"/>
            <ac:spMk id="16" creationId="{E3369D77-73D9-0FEF-131A-A4A8606B71E5}"/>
          </ac:spMkLst>
        </pc:spChg>
        <pc:spChg chg="add mod">
          <ac:chgData name="Kevin Englehart" userId="60bfdd56-b43c-4fbd-a834-96ba8e0139fb" providerId="ADAL" clId="{B805EA5D-0E60-0346-AD51-7D66B68BB2E0}" dt="2024-02-07T20:15:19.001" v="38" actId="1076"/>
          <ac:spMkLst>
            <pc:docMk/>
            <pc:sldMk cId="550031521" sldId="280"/>
            <ac:spMk id="23" creationId="{4DD8BA41-1631-3E62-919C-B14D853A4B79}"/>
          </ac:spMkLst>
        </pc:spChg>
        <pc:spChg chg="add mod">
          <ac:chgData name="Kevin Englehart" userId="60bfdd56-b43c-4fbd-a834-96ba8e0139fb" providerId="ADAL" clId="{B805EA5D-0E60-0346-AD51-7D66B68BB2E0}" dt="2024-02-07T20:22:37.276" v="70" actId="20577"/>
          <ac:spMkLst>
            <pc:docMk/>
            <pc:sldMk cId="550031521" sldId="280"/>
            <ac:spMk id="24" creationId="{E50EB1A5-CB66-F867-2898-85A5ADA1E30D}"/>
          </ac:spMkLst>
        </pc:spChg>
        <pc:picChg chg="add del">
          <ac:chgData name="Kevin Englehart" userId="60bfdd56-b43c-4fbd-a834-96ba8e0139fb" providerId="ADAL" clId="{B805EA5D-0E60-0346-AD51-7D66B68BB2E0}" dt="2024-02-07T20:10:31.297" v="3" actId="478"/>
          <ac:picMkLst>
            <pc:docMk/>
            <pc:sldMk cId="550031521" sldId="280"/>
            <ac:picMk id="1038" creationId="{577D60D6-9EFD-D583-F90C-ED74E5661424}"/>
          </ac:picMkLst>
        </pc:picChg>
        <pc:picChg chg="add del">
          <ac:chgData name="Kevin Englehart" userId="60bfdd56-b43c-4fbd-a834-96ba8e0139fb" providerId="ADAL" clId="{B805EA5D-0E60-0346-AD51-7D66B68BB2E0}" dt="2024-02-07T20:10:25.840" v="2" actId="478"/>
          <ac:picMkLst>
            <pc:docMk/>
            <pc:sldMk cId="550031521" sldId="280"/>
            <ac:picMk id="1039" creationId="{54FF20AD-55A5-A7A2-8F15-5AE393D9F148}"/>
          </ac:picMkLst>
        </pc:picChg>
        <pc:cxnChg chg="add mod">
          <ac:chgData name="Kevin Englehart" userId="60bfdd56-b43c-4fbd-a834-96ba8e0139fb" providerId="ADAL" clId="{B805EA5D-0E60-0346-AD51-7D66B68BB2E0}" dt="2024-02-07T20:14:55.060" v="35" actId="14100"/>
          <ac:cxnSpMkLst>
            <pc:docMk/>
            <pc:sldMk cId="550031521" sldId="280"/>
            <ac:cxnSpMk id="4" creationId="{E48B2638-B7C8-ECE9-F22E-9C49D671049C}"/>
          </ac:cxnSpMkLst>
        </pc:cxnChg>
        <pc:cxnChg chg="add mod">
          <ac:chgData name="Kevin Englehart" userId="60bfdd56-b43c-4fbd-a834-96ba8e0139fb" providerId="ADAL" clId="{B805EA5D-0E60-0346-AD51-7D66B68BB2E0}" dt="2024-02-07T20:14:58.623" v="36" actId="14100"/>
          <ac:cxnSpMkLst>
            <pc:docMk/>
            <pc:sldMk cId="550031521" sldId="280"/>
            <ac:cxnSpMk id="5" creationId="{068D8385-AD32-AE04-297A-3E04F56A7573}"/>
          </ac:cxnSpMkLst>
        </pc:cxnChg>
        <pc:cxnChg chg="add del mod">
          <ac:chgData name="Kevin Englehart" userId="60bfdd56-b43c-4fbd-a834-96ba8e0139fb" providerId="ADAL" clId="{B805EA5D-0E60-0346-AD51-7D66B68BB2E0}" dt="2024-02-07T20:14:43.548" v="30" actId="21"/>
          <ac:cxnSpMkLst>
            <pc:docMk/>
            <pc:sldMk cId="550031521" sldId="280"/>
            <ac:cxnSpMk id="6" creationId="{E848858C-C242-82A8-1646-F9E79F4A99DC}"/>
          </ac:cxnSpMkLst>
        </pc:cxnChg>
        <pc:cxnChg chg="add del mod">
          <ac:chgData name="Kevin Englehart" userId="60bfdd56-b43c-4fbd-a834-96ba8e0139fb" providerId="ADAL" clId="{B805EA5D-0E60-0346-AD51-7D66B68BB2E0}" dt="2024-02-07T20:14:43.548" v="30" actId="21"/>
          <ac:cxnSpMkLst>
            <pc:docMk/>
            <pc:sldMk cId="550031521" sldId="280"/>
            <ac:cxnSpMk id="7" creationId="{9AEE96FF-E24E-9BF6-93C9-4438E993D951}"/>
          </ac:cxnSpMkLst>
        </pc:cxnChg>
        <pc:cxnChg chg="add del mod">
          <ac:chgData name="Kevin Englehart" userId="60bfdd56-b43c-4fbd-a834-96ba8e0139fb" providerId="ADAL" clId="{B805EA5D-0E60-0346-AD51-7D66B68BB2E0}" dt="2024-02-07T20:14:43.548" v="30" actId="21"/>
          <ac:cxnSpMkLst>
            <pc:docMk/>
            <pc:sldMk cId="550031521" sldId="280"/>
            <ac:cxnSpMk id="8" creationId="{02981019-F209-B8AB-DB3C-0415F25493F7}"/>
          </ac:cxnSpMkLst>
        </pc:cxnChg>
        <pc:cxnChg chg="add del mod">
          <ac:chgData name="Kevin Englehart" userId="60bfdd56-b43c-4fbd-a834-96ba8e0139fb" providerId="ADAL" clId="{B805EA5D-0E60-0346-AD51-7D66B68BB2E0}" dt="2024-02-07T20:14:43.548" v="30" actId="21"/>
          <ac:cxnSpMkLst>
            <pc:docMk/>
            <pc:sldMk cId="550031521" sldId="280"/>
            <ac:cxnSpMk id="9" creationId="{ADD6DFCD-C687-6AAD-9F72-2BFDE4D5309D}"/>
          </ac:cxnSpMkLst>
        </pc:cxnChg>
        <pc:cxnChg chg="add mod">
          <ac:chgData name="Kevin Englehart" userId="60bfdd56-b43c-4fbd-a834-96ba8e0139fb" providerId="ADAL" clId="{B805EA5D-0E60-0346-AD51-7D66B68BB2E0}" dt="2024-02-07T20:14:52.203" v="34" actId="1076"/>
          <ac:cxnSpMkLst>
            <pc:docMk/>
            <pc:sldMk cId="550031521" sldId="280"/>
            <ac:cxnSpMk id="19" creationId="{C7589E6A-D12F-2C8A-7D72-D203FE3D6F44}"/>
          </ac:cxnSpMkLst>
        </pc:cxnChg>
        <pc:cxnChg chg="add mod">
          <ac:chgData name="Kevin Englehart" userId="60bfdd56-b43c-4fbd-a834-96ba8e0139fb" providerId="ADAL" clId="{B805EA5D-0E60-0346-AD51-7D66B68BB2E0}" dt="2024-02-07T20:14:52.203" v="34" actId="1076"/>
          <ac:cxnSpMkLst>
            <pc:docMk/>
            <pc:sldMk cId="550031521" sldId="280"/>
            <ac:cxnSpMk id="20" creationId="{7D8857AE-AD46-0443-AE85-FC90CD036E43}"/>
          </ac:cxnSpMkLst>
        </pc:cxnChg>
        <pc:cxnChg chg="add mod">
          <ac:chgData name="Kevin Englehart" userId="60bfdd56-b43c-4fbd-a834-96ba8e0139fb" providerId="ADAL" clId="{B805EA5D-0E60-0346-AD51-7D66B68BB2E0}" dt="2024-02-07T20:14:52.203" v="34" actId="1076"/>
          <ac:cxnSpMkLst>
            <pc:docMk/>
            <pc:sldMk cId="550031521" sldId="280"/>
            <ac:cxnSpMk id="21" creationId="{9E2A9F8C-F153-5394-8A57-33E9D97297F6}"/>
          </ac:cxnSpMkLst>
        </pc:cxnChg>
        <pc:cxnChg chg="add mod">
          <ac:chgData name="Kevin Englehart" userId="60bfdd56-b43c-4fbd-a834-96ba8e0139fb" providerId="ADAL" clId="{B805EA5D-0E60-0346-AD51-7D66B68BB2E0}" dt="2024-02-07T20:14:52.203" v="34" actId="1076"/>
          <ac:cxnSpMkLst>
            <pc:docMk/>
            <pc:sldMk cId="550031521" sldId="280"/>
            <ac:cxnSpMk id="22" creationId="{A1D9678F-8A0B-FABA-E643-667F6DBEA02B}"/>
          </ac:cxnSpMkLst>
        </pc:cxnChg>
      </pc:sldChg>
      <pc:sldChg chg="addSp delSp modSp new mod">
        <pc:chgData name="Kevin Englehart" userId="60bfdd56-b43c-4fbd-a834-96ba8e0139fb" providerId="ADAL" clId="{B805EA5D-0E60-0346-AD51-7D66B68BB2E0}" dt="2024-02-14T18:57:23.473" v="640" actId="166"/>
        <pc:sldMkLst>
          <pc:docMk/>
          <pc:sldMk cId="2507098810" sldId="281"/>
        </pc:sldMkLst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3" creationId="{AF255DFB-79C0-6B41-A320-8C0FF3CA56ED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4" creationId="{D77EE15F-FBFA-188D-418C-88A09970ACA9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5" creationId="{34C26386-73F3-65BC-57D1-E67149E2B12E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6" creationId="{DB488F26-74CB-999C-4CB2-9926AC3D83B8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7" creationId="{227C56BE-D8E2-6098-9698-E16E5F6370F0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8" creationId="{115CD874-6D07-E34C-0298-FD0F0A3F2BCE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9" creationId="{85665A12-3273-75CD-4BCF-40A8D53516A0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10" creationId="{7F3CB534-074F-9833-11D4-DFA5ABE01B53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11" creationId="{9D3FDEF7-D1E4-C48F-2916-C4C1BEA1A657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12" creationId="{88E9D3B5-D67D-3D2F-8E65-5EBD9F88C176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13" creationId="{C25913F9-969D-1F61-E54F-19FE8BE50D8E}"/>
          </ac:spMkLst>
        </pc:spChg>
        <pc:spChg chg="add">
          <ac:chgData name="Kevin Englehart" userId="60bfdd56-b43c-4fbd-a834-96ba8e0139fb" providerId="ADAL" clId="{B805EA5D-0E60-0346-AD51-7D66B68BB2E0}" dt="2024-02-13T19:45:51.033" v="89"/>
          <ac:spMkLst>
            <pc:docMk/>
            <pc:sldMk cId="2507098810" sldId="281"/>
            <ac:spMk id="14" creationId="{1ADB9FEB-1647-6925-D620-804485E57172}"/>
          </ac:spMkLst>
        </pc:spChg>
        <pc:spChg chg="add mod">
          <ac:chgData name="Kevin Englehart" userId="60bfdd56-b43c-4fbd-a834-96ba8e0139fb" providerId="ADAL" clId="{B805EA5D-0E60-0346-AD51-7D66B68BB2E0}" dt="2024-02-13T19:51:01.488" v="252" actId="207"/>
          <ac:spMkLst>
            <pc:docMk/>
            <pc:sldMk cId="2507098810" sldId="281"/>
            <ac:spMk id="16" creationId="{2885C80A-A24F-AD2C-0865-10F90DC1253D}"/>
          </ac:spMkLst>
        </pc:spChg>
        <pc:spChg chg="add mod">
          <ac:chgData name="Kevin Englehart" userId="60bfdd56-b43c-4fbd-a834-96ba8e0139fb" providerId="ADAL" clId="{B805EA5D-0E60-0346-AD51-7D66B68BB2E0}" dt="2024-02-13T19:49:58.142" v="244" actId="14100"/>
          <ac:spMkLst>
            <pc:docMk/>
            <pc:sldMk cId="2507098810" sldId="281"/>
            <ac:spMk id="17" creationId="{2F23077A-0221-67A5-4CB6-672774C33643}"/>
          </ac:spMkLst>
        </pc:spChg>
        <pc:spChg chg="add mod">
          <ac:chgData name="Kevin Englehart" userId="60bfdd56-b43c-4fbd-a834-96ba8e0139fb" providerId="ADAL" clId="{B805EA5D-0E60-0346-AD51-7D66B68BB2E0}" dt="2024-02-13T19:50:09.548" v="246" actId="1037"/>
          <ac:spMkLst>
            <pc:docMk/>
            <pc:sldMk cId="2507098810" sldId="281"/>
            <ac:spMk id="18" creationId="{D0616CD0-2DD3-D111-C1F5-0D51080BEF0A}"/>
          </ac:spMkLst>
        </pc:spChg>
        <pc:spChg chg="add mod">
          <ac:chgData name="Kevin Englehart" userId="60bfdd56-b43c-4fbd-a834-96ba8e0139fb" providerId="ADAL" clId="{B805EA5D-0E60-0346-AD51-7D66B68BB2E0}" dt="2024-02-13T19:51:33.469" v="256" actId="14100"/>
          <ac:spMkLst>
            <pc:docMk/>
            <pc:sldMk cId="2507098810" sldId="281"/>
            <ac:spMk id="19" creationId="{23511986-C6CF-B724-91C2-849364750DDD}"/>
          </ac:spMkLst>
        </pc:spChg>
        <pc:spChg chg="add mod">
          <ac:chgData name="Kevin Englehart" userId="60bfdd56-b43c-4fbd-a834-96ba8e0139fb" providerId="ADAL" clId="{B805EA5D-0E60-0346-AD51-7D66B68BB2E0}" dt="2024-02-13T19:50:21.197" v="250" actId="1076"/>
          <ac:spMkLst>
            <pc:docMk/>
            <pc:sldMk cId="2507098810" sldId="281"/>
            <ac:spMk id="20" creationId="{3C91E703-8D44-777E-1041-F1815234B4AF}"/>
          </ac:spMkLst>
        </pc:spChg>
        <pc:spChg chg="add mod">
          <ac:chgData name="Kevin Englehart" userId="60bfdd56-b43c-4fbd-a834-96ba8e0139fb" providerId="ADAL" clId="{B805EA5D-0E60-0346-AD51-7D66B68BB2E0}" dt="2024-02-13T20:17:04.299" v="487"/>
          <ac:spMkLst>
            <pc:docMk/>
            <pc:sldMk cId="2507098810" sldId="281"/>
            <ac:spMk id="21" creationId="{52C3D28C-ACBB-0758-8D6F-C6B59B21F278}"/>
          </ac:spMkLst>
        </pc:spChg>
        <pc:spChg chg="add mod">
          <ac:chgData name="Kevin Englehart" userId="60bfdd56-b43c-4fbd-a834-96ba8e0139fb" providerId="ADAL" clId="{B805EA5D-0E60-0346-AD51-7D66B68BB2E0}" dt="2024-02-13T20:18:00.687" v="506" actId="14100"/>
          <ac:spMkLst>
            <pc:docMk/>
            <pc:sldMk cId="2507098810" sldId="281"/>
            <ac:spMk id="22" creationId="{C56C131A-05D4-C007-1E01-94A1C5A7E6A1}"/>
          </ac:spMkLst>
        </pc:spChg>
        <pc:spChg chg="add del mod">
          <ac:chgData name="Kevin Englehart" userId="60bfdd56-b43c-4fbd-a834-96ba8e0139fb" providerId="ADAL" clId="{B805EA5D-0E60-0346-AD51-7D66B68BB2E0}" dt="2024-02-13T19:59:25.745" v="416" actId="478"/>
          <ac:spMkLst>
            <pc:docMk/>
            <pc:sldMk cId="2507098810" sldId="281"/>
            <ac:spMk id="29" creationId="{FA4C4893-6DDF-485F-DD21-B9611EB1D48D}"/>
          </ac:spMkLst>
        </pc:spChg>
        <pc:spChg chg="add del mod">
          <ac:chgData name="Kevin Englehart" userId="60bfdd56-b43c-4fbd-a834-96ba8e0139fb" providerId="ADAL" clId="{B805EA5D-0E60-0346-AD51-7D66B68BB2E0}" dt="2024-02-13T20:13:21.211" v="477" actId="478"/>
          <ac:spMkLst>
            <pc:docMk/>
            <pc:sldMk cId="2507098810" sldId="281"/>
            <ac:spMk id="31" creationId="{A8F15AF4-9268-7BEF-F8B7-7B506609326B}"/>
          </ac:spMkLst>
        </pc:spChg>
        <pc:spChg chg="add mod">
          <ac:chgData name="Kevin Englehart" userId="60bfdd56-b43c-4fbd-a834-96ba8e0139fb" providerId="ADAL" clId="{B805EA5D-0E60-0346-AD51-7D66B68BB2E0}" dt="2024-02-13T20:13:13.840" v="476" actId="14100"/>
          <ac:spMkLst>
            <pc:docMk/>
            <pc:sldMk cId="2507098810" sldId="281"/>
            <ac:spMk id="32" creationId="{4B39AA04-7E51-A77B-1552-A0920029B36D}"/>
          </ac:spMkLst>
        </pc:spChg>
        <pc:spChg chg="add del mod">
          <ac:chgData name="Kevin Englehart" userId="60bfdd56-b43c-4fbd-a834-96ba8e0139fb" providerId="ADAL" clId="{B805EA5D-0E60-0346-AD51-7D66B68BB2E0}" dt="2024-02-13T20:17:41.833" v="500" actId="478"/>
          <ac:spMkLst>
            <pc:docMk/>
            <pc:sldMk cId="2507098810" sldId="281"/>
            <ac:spMk id="33" creationId="{20A0A20F-CC15-11FB-B6D9-9BEB153EE848}"/>
          </ac:spMkLst>
        </pc:spChg>
        <pc:spChg chg="add mod">
          <ac:chgData name="Kevin Englehart" userId="60bfdd56-b43c-4fbd-a834-96ba8e0139fb" providerId="ADAL" clId="{B805EA5D-0E60-0346-AD51-7D66B68BB2E0}" dt="2024-02-14T18:57:23.473" v="640" actId="166"/>
          <ac:spMkLst>
            <pc:docMk/>
            <pc:sldMk cId="2507098810" sldId="281"/>
            <ac:spMk id="35" creationId="{C9437168-B8A9-8351-F819-BA8EB79EE1C3}"/>
          </ac:spMkLst>
        </pc:spChg>
        <pc:picChg chg="add mod">
          <ac:chgData name="Kevin Englehart" userId="60bfdd56-b43c-4fbd-a834-96ba8e0139fb" providerId="ADAL" clId="{B805EA5D-0E60-0346-AD51-7D66B68BB2E0}" dt="2024-02-14T18:57:18.795" v="639" actId="1076"/>
          <ac:picMkLst>
            <pc:docMk/>
            <pc:sldMk cId="2507098810" sldId="281"/>
            <ac:picMk id="2" creationId="{0C2140C3-ED65-26C9-9D03-4845AB178290}"/>
          </ac:picMkLst>
        </pc:picChg>
        <pc:picChg chg="add mod">
          <ac:chgData name="Kevin Englehart" userId="60bfdd56-b43c-4fbd-a834-96ba8e0139fb" providerId="ADAL" clId="{B805EA5D-0E60-0346-AD51-7D66B68BB2E0}" dt="2024-02-13T19:45:43.006" v="88"/>
          <ac:picMkLst>
            <pc:docMk/>
            <pc:sldMk cId="2507098810" sldId="281"/>
            <ac:picMk id="2" creationId="{9EF1EAD3-47DD-5CB8-D918-8B184944BC36}"/>
          </ac:picMkLst>
        </pc:picChg>
        <pc:picChg chg="add mod">
          <ac:chgData name="Kevin Englehart" userId="60bfdd56-b43c-4fbd-a834-96ba8e0139fb" providerId="ADAL" clId="{B805EA5D-0E60-0346-AD51-7D66B68BB2E0}" dt="2024-02-13T20:17:53.407" v="505" actId="1076"/>
          <ac:picMkLst>
            <pc:docMk/>
            <pc:sldMk cId="2507098810" sldId="281"/>
            <ac:picMk id="15" creationId="{395F0FFD-03AC-4E88-1D4D-B6074595D3F5}"/>
          </ac:picMkLst>
        </pc:picChg>
        <pc:picChg chg="add del mod">
          <ac:chgData name="Kevin Englehart" userId="60bfdd56-b43c-4fbd-a834-96ba8e0139fb" providerId="ADAL" clId="{B805EA5D-0E60-0346-AD51-7D66B68BB2E0}" dt="2024-02-13T20:16:43.513" v="484" actId="478"/>
          <ac:picMkLst>
            <pc:docMk/>
            <pc:sldMk cId="2507098810" sldId="281"/>
            <ac:picMk id="30" creationId="{D1C5AFB4-90BF-5E20-B83B-03F577266D09}"/>
          </ac:picMkLst>
        </pc:picChg>
        <pc:picChg chg="add del mod">
          <ac:chgData name="Kevin Englehart" userId="60bfdd56-b43c-4fbd-a834-96ba8e0139fb" providerId="ADAL" clId="{B805EA5D-0E60-0346-AD51-7D66B68BB2E0}" dt="2024-02-14T18:57:08.965" v="636" actId="478"/>
          <ac:picMkLst>
            <pc:docMk/>
            <pc:sldMk cId="2507098810" sldId="281"/>
            <ac:picMk id="34" creationId="{F3DDB91D-D2E9-20F3-E485-9348E4065401}"/>
          </ac:picMkLst>
        </pc:picChg>
        <pc:picChg chg="add">
          <ac:chgData name="Kevin Englehart" userId="60bfdd56-b43c-4fbd-a834-96ba8e0139fb" providerId="ADAL" clId="{B805EA5D-0E60-0346-AD51-7D66B68BB2E0}" dt="2024-02-13T19:45:51.033" v="89"/>
          <ac:picMkLst>
            <pc:docMk/>
            <pc:sldMk cId="2507098810" sldId="281"/>
            <ac:picMk id="1025" creationId="{9EFB9ACB-742E-6577-DD89-B78E95FC5BCC}"/>
          </ac:picMkLst>
        </pc:picChg>
        <pc:cxnChg chg="add del mod">
          <ac:chgData name="Kevin Englehart" userId="60bfdd56-b43c-4fbd-a834-96ba8e0139fb" providerId="ADAL" clId="{B805EA5D-0E60-0346-AD51-7D66B68BB2E0}" dt="2024-02-13T19:53:06.171" v="335" actId="11529"/>
          <ac:cxnSpMkLst>
            <pc:docMk/>
            <pc:sldMk cId="2507098810" sldId="281"/>
            <ac:cxnSpMk id="24" creationId="{334EA293-8461-270B-C3AF-B680CBC9469A}"/>
          </ac:cxnSpMkLst>
        </pc:cxnChg>
        <pc:cxnChg chg="add mod">
          <ac:chgData name="Kevin Englehart" userId="60bfdd56-b43c-4fbd-a834-96ba8e0139fb" providerId="ADAL" clId="{B805EA5D-0E60-0346-AD51-7D66B68BB2E0}" dt="2024-02-13T19:53:37.432" v="345" actId="14100"/>
          <ac:cxnSpMkLst>
            <pc:docMk/>
            <pc:sldMk cId="2507098810" sldId="281"/>
            <ac:cxnSpMk id="26" creationId="{750EFD38-A1EA-FF2A-99CF-BE9623AC17EF}"/>
          </ac:cxnSpMkLst>
        </pc:cxnChg>
      </pc:sldChg>
      <pc:sldChg chg="addSp delSp modSp add mod">
        <pc:chgData name="Kevin Englehart" userId="60bfdd56-b43c-4fbd-a834-96ba8e0139fb" providerId="ADAL" clId="{B805EA5D-0E60-0346-AD51-7D66B68BB2E0}" dt="2024-02-20T20:01:23.068" v="965" actId="1037"/>
        <pc:sldMkLst>
          <pc:docMk/>
          <pc:sldMk cId="2046904304" sldId="282"/>
        </pc:sldMkLst>
        <pc:spChg chg="add del">
          <ac:chgData name="Kevin Englehart" userId="60bfdd56-b43c-4fbd-a834-96ba8e0139fb" providerId="ADAL" clId="{B805EA5D-0E60-0346-AD51-7D66B68BB2E0}" dt="2024-02-20T19:47:34.880" v="752" actId="478"/>
          <ac:spMkLst>
            <pc:docMk/>
            <pc:sldMk cId="2046904304" sldId="282"/>
            <ac:spMk id="2" creationId="{DEEFE888-6EC7-110D-039F-66D2C3C17640}"/>
          </ac:spMkLst>
        </pc:spChg>
        <pc:spChg chg="mod">
          <ac:chgData name="Kevin Englehart" userId="60bfdd56-b43c-4fbd-a834-96ba8e0139fb" providerId="ADAL" clId="{B805EA5D-0E60-0346-AD51-7D66B68BB2E0}" dt="2024-02-20T19:55:19.577" v="851" actId="1076"/>
          <ac:spMkLst>
            <pc:docMk/>
            <pc:sldMk cId="2046904304" sldId="282"/>
            <ac:spMk id="7" creationId="{4A3A65B1-1A7A-8DB1-C4EA-BBCA2D4D348B}"/>
          </ac:spMkLst>
        </pc:spChg>
        <pc:spChg chg="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9" creationId="{61706AE0-B2B5-0534-2751-D2F9CD17E735}"/>
          </ac:spMkLst>
        </pc:spChg>
        <pc:spChg chg="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11" creationId="{847156D2-62BC-BC90-A35B-006B4A859D08}"/>
          </ac:spMkLst>
        </pc:spChg>
        <pc:spChg chg="del">
          <ac:chgData name="Kevin Englehart" userId="60bfdd56-b43c-4fbd-a834-96ba8e0139fb" providerId="ADAL" clId="{B805EA5D-0E60-0346-AD51-7D66B68BB2E0}" dt="2024-02-20T19:54:40.129" v="847" actId="478"/>
          <ac:spMkLst>
            <pc:docMk/>
            <pc:sldMk cId="2046904304" sldId="282"/>
            <ac:spMk id="12" creationId="{A6FB8CC4-327A-2107-6DB0-BA9045F6FEF8}"/>
          </ac:spMkLst>
        </pc:spChg>
        <pc:spChg chg="del mod">
          <ac:chgData name="Kevin Englehart" userId="60bfdd56-b43c-4fbd-a834-96ba8e0139fb" providerId="ADAL" clId="{B805EA5D-0E60-0346-AD51-7D66B68BB2E0}" dt="2024-02-20T19:52:29.824" v="824" actId="478"/>
          <ac:spMkLst>
            <pc:docMk/>
            <pc:sldMk cId="2046904304" sldId="282"/>
            <ac:spMk id="13" creationId="{E2D185E3-EFDA-0B6C-3019-DA775EA9477C}"/>
          </ac:spMkLst>
        </pc:spChg>
        <pc:spChg chg="add 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26" creationId="{A475D914-5D5D-3BE0-737C-F1B396124D61}"/>
          </ac:spMkLst>
        </pc:spChg>
        <pc:spChg chg="add 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27" creationId="{DD9D344C-2720-A129-44FA-A1D8DEADA712}"/>
          </ac:spMkLst>
        </pc:spChg>
        <pc:spChg chg="add 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28" creationId="{CB0F5FA7-F07A-8888-A1A1-2E92021CA3B1}"/>
          </ac:spMkLst>
        </pc:spChg>
        <pc:spChg chg="add mod">
          <ac:chgData name="Kevin Englehart" userId="60bfdd56-b43c-4fbd-a834-96ba8e0139fb" providerId="ADAL" clId="{B805EA5D-0E60-0346-AD51-7D66B68BB2E0}" dt="2024-02-20T19:55:01.382" v="849" actId="1076"/>
          <ac:spMkLst>
            <pc:docMk/>
            <pc:sldMk cId="2046904304" sldId="282"/>
            <ac:spMk id="29" creationId="{29CCF074-DC53-E67E-8270-F2F72D4482AC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31" creationId="{F1FA7930-889F-CE24-1923-79AA5EFA04B4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33" creationId="{B0D37B9D-C6C2-9E6D-B5A4-9CBEA4E8915A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34" creationId="{E55C0E84-279E-E0F4-598E-6C83C55321AA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39" creationId="{B39C2D5B-7168-B9F2-7056-BFF626B11FC3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40" creationId="{3272B074-2F54-6773-02F5-566A592A4741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41" creationId="{531997EE-B5AC-22F7-164F-5605C8BF88E1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42" creationId="{3F77F3AF-922F-2252-145A-C34B8C9CF35C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56" creationId="{0533DA9F-D8D2-A7E9-1AC4-C2D2D8485A6F}"/>
          </ac:spMkLst>
        </pc:spChg>
        <pc:spChg chg="add mod">
          <ac:chgData name="Kevin Englehart" userId="60bfdd56-b43c-4fbd-a834-96ba8e0139fb" providerId="ADAL" clId="{B805EA5D-0E60-0346-AD51-7D66B68BB2E0}" dt="2024-02-20T20:01:23.068" v="965" actId="1037"/>
          <ac:spMkLst>
            <pc:docMk/>
            <pc:sldMk cId="2046904304" sldId="282"/>
            <ac:spMk id="61" creationId="{FC4AF606-51B8-F102-3B83-5F1BE0094A96}"/>
          </ac:spMkLst>
        </pc:spChg>
        <pc:grpChg chg="add del mod">
          <ac:chgData name="Kevin Englehart" userId="60bfdd56-b43c-4fbd-a834-96ba8e0139fb" providerId="ADAL" clId="{B805EA5D-0E60-0346-AD51-7D66B68BB2E0}" dt="2024-02-20T19:50:05.758" v="769" actId="165"/>
          <ac:grpSpMkLst>
            <pc:docMk/>
            <pc:sldMk cId="2046904304" sldId="282"/>
            <ac:grpSpMk id="17" creationId="{163136B2-A8BF-0A85-E78E-F127704923F0}"/>
          </ac:grpSpMkLst>
        </pc:grpChg>
        <pc:grpChg chg="add del mod">
          <ac:chgData name="Kevin Englehart" userId="60bfdd56-b43c-4fbd-a834-96ba8e0139fb" providerId="ADAL" clId="{B805EA5D-0E60-0346-AD51-7D66B68BB2E0}" dt="2024-02-20T19:49:58.946" v="768" actId="478"/>
          <ac:grpSpMkLst>
            <pc:docMk/>
            <pc:sldMk cId="2046904304" sldId="282"/>
            <ac:grpSpMk id="19" creationId="{62EF2A87-0FF0-6F4B-7BC0-9D19A756752C}"/>
          </ac:grpSpMkLst>
        </pc:grpChg>
        <pc:picChg chg="del">
          <ac:chgData name="Kevin Englehart" userId="60bfdd56-b43c-4fbd-a834-96ba8e0139fb" providerId="ADAL" clId="{B805EA5D-0E60-0346-AD51-7D66B68BB2E0}" dt="2024-02-20T19:47:03.020" v="748" actId="478"/>
          <ac:picMkLst>
            <pc:docMk/>
            <pc:sldMk cId="2046904304" sldId="282"/>
            <ac:picMk id="4" creationId="{2DB165E3-69CF-AEE6-3FBB-A5E59A466D57}"/>
          </ac:picMkLst>
        </pc:picChg>
        <pc:cxnChg chg="mod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3" creationId="{05AA01E0-DF81-2871-4F72-D09623642AF4}"/>
          </ac:cxnSpMkLst>
        </pc:cxnChg>
        <pc:cxnChg chg="add mod topLvl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6" creationId="{949EE5A6-385F-A37F-2426-C0B0D7C2D78C}"/>
          </ac:cxnSpMkLst>
        </pc:cxnChg>
        <pc:cxnChg chg="del">
          <ac:chgData name="Kevin Englehart" userId="60bfdd56-b43c-4fbd-a834-96ba8e0139fb" providerId="ADAL" clId="{B805EA5D-0E60-0346-AD51-7D66B68BB2E0}" dt="2024-02-20T19:47:05.178" v="749" actId="478"/>
          <ac:cxnSpMkLst>
            <pc:docMk/>
            <pc:sldMk cId="2046904304" sldId="282"/>
            <ac:cxnSpMk id="8" creationId="{A80B4D13-9025-9219-405A-25A99BC3E9D8}"/>
          </ac:cxnSpMkLst>
        </pc:cxnChg>
        <pc:cxnChg chg="mod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10" creationId="{3121B64F-FF54-7367-E3AF-EA3F790762A7}"/>
          </ac:cxnSpMkLst>
        </pc:cxnChg>
        <pc:cxnChg chg="add mod topLvl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14" creationId="{A66C2998-FE99-F5AA-0A60-B4B6908F5E90}"/>
          </ac:cxnSpMkLst>
        </pc:cxnChg>
        <pc:cxnChg chg="del">
          <ac:chgData name="Kevin Englehart" userId="60bfdd56-b43c-4fbd-a834-96ba8e0139fb" providerId="ADAL" clId="{B805EA5D-0E60-0346-AD51-7D66B68BB2E0}" dt="2024-02-20T19:47:09.233" v="750" actId="478"/>
          <ac:cxnSpMkLst>
            <pc:docMk/>
            <pc:sldMk cId="2046904304" sldId="282"/>
            <ac:cxnSpMk id="18" creationId="{4751817A-5BC3-6AF3-1F59-D7277FF76798}"/>
          </ac:cxnSpMkLst>
        </pc:cxnChg>
        <pc:cxnChg chg="mod">
          <ac:chgData name="Kevin Englehart" userId="60bfdd56-b43c-4fbd-a834-96ba8e0139fb" providerId="ADAL" clId="{B805EA5D-0E60-0346-AD51-7D66B68BB2E0}" dt="2024-02-20T19:49:20.665" v="766"/>
          <ac:cxnSpMkLst>
            <pc:docMk/>
            <pc:sldMk cId="2046904304" sldId="282"/>
            <ac:cxnSpMk id="20" creationId="{75211F68-93CA-65BF-60FE-FF1963EAB42A}"/>
          </ac:cxnSpMkLst>
        </pc:cxnChg>
        <pc:cxnChg chg="mod">
          <ac:chgData name="Kevin Englehart" userId="60bfdd56-b43c-4fbd-a834-96ba8e0139fb" providerId="ADAL" clId="{B805EA5D-0E60-0346-AD51-7D66B68BB2E0}" dt="2024-02-20T19:49:20.665" v="766"/>
          <ac:cxnSpMkLst>
            <pc:docMk/>
            <pc:sldMk cId="2046904304" sldId="282"/>
            <ac:cxnSpMk id="21" creationId="{9AFC93F3-4A2F-ABDE-9A2D-EACA3D1B0BFC}"/>
          </ac:cxnSpMkLst>
        </pc:cxnChg>
        <pc:cxnChg chg="add mod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22" creationId="{D1BAC072-95A0-D2B6-B65F-5B5A2B31D7A8}"/>
          </ac:cxnSpMkLst>
        </pc:cxnChg>
        <pc:cxnChg chg="add del mod">
          <ac:chgData name="Kevin Englehart" userId="60bfdd56-b43c-4fbd-a834-96ba8e0139fb" providerId="ADAL" clId="{B805EA5D-0E60-0346-AD51-7D66B68BB2E0}" dt="2024-02-20T19:51:01.198" v="784" actId="478"/>
          <ac:cxnSpMkLst>
            <pc:docMk/>
            <pc:sldMk cId="2046904304" sldId="282"/>
            <ac:cxnSpMk id="23" creationId="{4C9C62F7-0593-E578-7A69-101601E687C7}"/>
          </ac:cxnSpMkLst>
        </pc:cxnChg>
        <pc:cxnChg chg="add mod">
          <ac:chgData name="Kevin Englehart" userId="60bfdd56-b43c-4fbd-a834-96ba8e0139fb" providerId="ADAL" clId="{B805EA5D-0E60-0346-AD51-7D66B68BB2E0}" dt="2024-02-20T19:55:01.382" v="849" actId="1076"/>
          <ac:cxnSpMkLst>
            <pc:docMk/>
            <pc:sldMk cId="2046904304" sldId="282"/>
            <ac:cxnSpMk id="25" creationId="{0DC9BB71-8E9F-900D-96EC-77F56FA76921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30" creationId="{7A074B5C-759E-C4F1-64F2-5D51C2768722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32" creationId="{D109EABD-71D8-5CA6-3A70-38157A864F11}"/>
          </ac:cxnSpMkLst>
        </pc:cxnChg>
        <pc:cxnChg chg="add del mod">
          <ac:chgData name="Kevin Englehart" userId="60bfdd56-b43c-4fbd-a834-96ba8e0139fb" providerId="ADAL" clId="{B805EA5D-0E60-0346-AD51-7D66B68BB2E0}" dt="2024-02-20T19:55:58.644" v="860" actId="478"/>
          <ac:cxnSpMkLst>
            <pc:docMk/>
            <pc:sldMk cId="2046904304" sldId="282"/>
            <ac:cxnSpMk id="35" creationId="{F6EC10CE-922B-D87A-0A74-53616ED88CA9}"/>
          </ac:cxnSpMkLst>
        </pc:cxnChg>
        <pc:cxnChg chg="add del mod">
          <ac:chgData name="Kevin Englehart" userId="60bfdd56-b43c-4fbd-a834-96ba8e0139fb" providerId="ADAL" clId="{B805EA5D-0E60-0346-AD51-7D66B68BB2E0}" dt="2024-02-20T19:56:53.395" v="870" actId="478"/>
          <ac:cxnSpMkLst>
            <pc:docMk/>
            <pc:sldMk cId="2046904304" sldId="282"/>
            <ac:cxnSpMk id="36" creationId="{64195F6E-BA68-D801-B8E8-8870A709F089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37" creationId="{A886D2AC-6564-9BE4-6928-7A9896AC7129}"/>
          </ac:cxnSpMkLst>
        </pc:cxnChg>
        <pc:cxnChg chg="add del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38" creationId="{1B828105-AEE6-33CC-0326-1F609C437278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44" creationId="{3DD75ECE-C26A-442F-5583-73D45A3F22FF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47" creationId="{771ADFBA-3F9B-8D24-B35C-E995CECB8EB8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49" creationId="{F9D87B06-333C-3B54-1D1C-C6320C282E1C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50" creationId="{14541103-83AD-766F-C6FD-045B8AD3EDBF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53" creationId="{025ED759-C4C3-9554-5660-A8441A12F591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54" creationId="{1F9A6E20-C41F-D252-CB18-99A32C7303D9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57" creationId="{2BA8443E-4139-85A8-28E9-155B17007048}"/>
          </ac:cxnSpMkLst>
        </pc:cxnChg>
        <pc:cxnChg chg="add mod">
          <ac:chgData name="Kevin Englehart" userId="60bfdd56-b43c-4fbd-a834-96ba8e0139fb" providerId="ADAL" clId="{B805EA5D-0E60-0346-AD51-7D66B68BB2E0}" dt="2024-02-20T20:01:23.068" v="965" actId="1037"/>
          <ac:cxnSpMkLst>
            <pc:docMk/>
            <pc:sldMk cId="2046904304" sldId="282"/>
            <ac:cxnSpMk id="58" creationId="{95D4243A-8CB5-3F38-B19B-3F041B88D59D}"/>
          </ac:cxnSpMkLst>
        </pc:cxnChg>
      </pc:sldChg>
      <pc:sldChg chg="addSp delSp modSp new mod">
        <pc:chgData name="Kevin Englehart" userId="60bfdd56-b43c-4fbd-a834-96ba8e0139fb" providerId="ADAL" clId="{B805EA5D-0E60-0346-AD51-7D66B68BB2E0}" dt="2024-02-23T19:21:50.792" v="1220" actId="22"/>
        <pc:sldMkLst>
          <pc:docMk/>
          <pc:sldMk cId="2595088808" sldId="283"/>
        </pc:sldMkLst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4" creationId="{594C36FB-2FDD-74C5-F98D-180AB615EC83}"/>
          </ac:spMkLst>
        </pc:spChg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6" creationId="{BFBDFF63-E509-DC00-DA9C-896C86FA524E}"/>
          </ac:spMkLst>
        </pc:spChg>
        <pc:spChg chg="add del mod">
          <ac:chgData name="Kevin Englehart" userId="60bfdd56-b43c-4fbd-a834-96ba8e0139fb" providerId="ADAL" clId="{B805EA5D-0E60-0346-AD51-7D66B68BB2E0}" dt="2024-02-23T18:24:57.180" v="968" actId="478"/>
          <ac:spMkLst>
            <pc:docMk/>
            <pc:sldMk cId="2595088808" sldId="283"/>
            <ac:spMk id="7" creationId="{1A9B4875-EB8E-EE9E-F4F9-4090D6BBAA56}"/>
          </ac:spMkLst>
        </pc:spChg>
        <pc:spChg chg="add del mod">
          <ac:chgData name="Kevin Englehart" userId="60bfdd56-b43c-4fbd-a834-96ba8e0139fb" providerId="ADAL" clId="{B805EA5D-0E60-0346-AD51-7D66B68BB2E0}" dt="2024-02-23T18:27:17.234" v="1000" actId="478"/>
          <ac:spMkLst>
            <pc:docMk/>
            <pc:sldMk cId="2595088808" sldId="283"/>
            <ac:spMk id="8" creationId="{8EB2E6CB-6DE9-1AF0-5C0A-A77D37648324}"/>
          </ac:spMkLst>
        </pc:spChg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11" creationId="{D28996ED-695C-6D7C-C286-BDB786AB58F4}"/>
          </ac:spMkLst>
        </pc:spChg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16" creationId="{7848A63D-F89F-C218-B9F5-E61F572E26A8}"/>
          </ac:spMkLst>
        </pc:spChg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17" creationId="{BD1664C6-752C-1132-1D89-5E4CC8BC663D}"/>
          </ac:spMkLst>
        </pc:spChg>
        <pc:spChg chg="add mod">
          <ac:chgData name="Kevin Englehart" userId="60bfdd56-b43c-4fbd-a834-96ba8e0139fb" providerId="ADAL" clId="{B805EA5D-0E60-0346-AD51-7D66B68BB2E0}" dt="2024-02-23T18:50:44.026" v="1188" actId="1076"/>
          <ac:spMkLst>
            <pc:docMk/>
            <pc:sldMk cId="2595088808" sldId="283"/>
            <ac:spMk id="19" creationId="{0F32678A-1948-3AE3-83FD-EFBDF4522B95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22" creationId="{18AA59A2-95F2-BA16-F3AA-10A1E6E1454C}"/>
          </ac:spMkLst>
        </pc:spChg>
        <pc:spChg chg="add mod">
          <ac:chgData name="Kevin Englehart" userId="60bfdd56-b43c-4fbd-a834-96ba8e0139fb" providerId="ADAL" clId="{B805EA5D-0E60-0346-AD51-7D66B68BB2E0}" dt="2024-02-23T18:50:19.824" v="1186" actId="1076"/>
          <ac:spMkLst>
            <pc:docMk/>
            <pc:sldMk cId="2595088808" sldId="283"/>
            <ac:spMk id="24" creationId="{C10F35E7-35A0-7E5B-EFDC-9F1B620C2B48}"/>
          </ac:spMkLst>
        </pc:spChg>
        <pc:spChg chg="add del mod">
          <ac:chgData name="Kevin Englehart" userId="60bfdd56-b43c-4fbd-a834-96ba8e0139fb" providerId="ADAL" clId="{B805EA5D-0E60-0346-AD51-7D66B68BB2E0}" dt="2024-02-23T18:28:12.786" v="1010" actId="478"/>
          <ac:spMkLst>
            <pc:docMk/>
            <pc:sldMk cId="2595088808" sldId="283"/>
            <ac:spMk id="25" creationId="{823F4A13-9E05-B5AA-CF46-CDFF703C1393}"/>
          </ac:spMkLst>
        </pc:spChg>
        <pc:spChg chg="add del mod">
          <ac:chgData name="Kevin Englehart" userId="60bfdd56-b43c-4fbd-a834-96ba8e0139fb" providerId="ADAL" clId="{B805EA5D-0E60-0346-AD51-7D66B68BB2E0}" dt="2024-02-23T18:28:12.786" v="1010" actId="478"/>
          <ac:spMkLst>
            <pc:docMk/>
            <pc:sldMk cId="2595088808" sldId="283"/>
            <ac:spMk id="27" creationId="{A3F8792C-787F-8872-B669-0518A99C0BE9}"/>
          </ac:spMkLst>
        </pc:spChg>
        <pc:spChg chg="add del mod">
          <ac:chgData name="Kevin Englehart" userId="60bfdd56-b43c-4fbd-a834-96ba8e0139fb" providerId="ADAL" clId="{B805EA5D-0E60-0346-AD51-7D66B68BB2E0}" dt="2024-02-23T18:37:47.375" v="1103" actId="478"/>
          <ac:spMkLst>
            <pc:docMk/>
            <pc:sldMk cId="2595088808" sldId="283"/>
            <ac:spMk id="28" creationId="{24B16D95-8A6A-26EA-AB60-101FAF4CDCFB}"/>
          </ac:spMkLst>
        </pc:spChg>
        <pc:spChg chg="add del mod">
          <ac:chgData name="Kevin Englehart" userId="60bfdd56-b43c-4fbd-a834-96ba8e0139fb" providerId="ADAL" clId="{B805EA5D-0E60-0346-AD51-7D66B68BB2E0}" dt="2024-02-23T18:51:00.424" v="1189" actId="478"/>
          <ac:spMkLst>
            <pc:docMk/>
            <pc:sldMk cId="2595088808" sldId="283"/>
            <ac:spMk id="30" creationId="{E04F1757-794C-AEAE-84DD-E16FF34ECD6E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32" creationId="{4DF6BD45-96C1-362E-860B-77AD2C76D33F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33" creationId="{F5686EC7-7D29-4A68-B8D5-EB6C8C6AF5EA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34" creationId="{E2111619-3DB5-F51F-95EC-F5202E70DAAA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35" creationId="{BA8882ED-22B9-319C-4ED0-45D0FBB6E292}"/>
          </ac:spMkLst>
        </pc:spChg>
        <pc:spChg chg="add del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36" creationId="{0042AC93-2FCE-1A6E-A17E-6222A50E02DE}"/>
          </ac:spMkLst>
        </pc:spChg>
        <pc:spChg chg="add del mod">
          <ac:chgData name="Kevin Englehart" userId="60bfdd56-b43c-4fbd-a834-96ba8e0139fb" providerId="ADAL" clId="{B805EA5D-0E60-0346-AD51-7D66B68BB2E0}" dt="2024-02-23T18:33:32.839" v="1046" actId="478"/>
          <ac:spMkLst>
            <pc:docMk/>
            <pc:sldMk cId="2595088808" sldId="283"/>
            <ac:spMk id="38" creationId="{855B3498-50A4-7D10-B633-12A8AD7A8D8D}"/>
          </ac:spMkLst>
        </pc:spChg>
        <pc:spChg chg="add mod">
          <ac:chgData name="Kevin Englehart" userId="60bfdd56-b43c-4fbd-a834-96ba8e0139fb" providerId="ADAL" clId="{B805EA5D-0E60-0346-AD51-7D66B68BB2E0}" dt="2024-02-23T18:50:32.635" v="1187" actId="1076"/>
          <ac:spMkLst>
            <pc:docMk/>
            <pc:sldMk cId="2595088808" sldId="283"/>
            <ac:spMk id="56" creationId="{76BE9E56-9E63-E7CC-910F-2CB0757852E3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57" creationId="{030A5693-CB50-0324-C84D-ABC8C7085FCA}"/>
          </ac:spMkLst>
        </pc:spChg>
        <pc:spChg chg="add mod">
          <ac:chgData name="Kevin Englehart" userId="60bfdd56-b43c-4fbd-a834-96ba8e0139fb" providerId="ADAL" clId="{B805EA5D-0E60-0346-AD51-7D66B68BB2E0}" dt="2024-02-23T18:50:16.224" v="1185" actId="1076"/>
          <ac:spMkLst>
            <pc:docMk/>
            <pc:sldMk cId="2595088808" sldId="283"/>
            <ac:spMk id="58" creationId="{A4FDBEF7-9C36-D46A-8194-6683FCDD33B8}"/>
          </ac:spMkLst>
        </pc:spChg>
        <pc:spChg chg="add mod">
          <ac:chgData name="Kevin Englehart" userId="60bfdd56-b43c-4fbd-a834-96ba8e0139fb" providerId="ADAL" clId="{B805EA5D-0E60-0346-AD51-7D66B68BB2E0}" dt="2024-02-23T18:44:06.647" v="1107" actId="1076"/>
          <ac:spMkLst>
            <pc:docMk/>
            <pc:sldMk cId="2595088808" sldId="283"/>
            <ac:spMk id="60" creationId="{532B1D29-D3BB-1D19-140A-694B75DE8D0B}"/>
          </ac:spMkLst>
        </pc:spChg>
        <pc:spChg chg="add mod">
          <ac:chgData name="Kevin Englehart" userId="60bfdd56-b43c-4fbd-a834-96ba8e0139fb" providerId="ADAL" clId="{B805EA5D-0E60-0346-AD51-7D66B68BB2E0}" dt="2024-02-23T18:44:26.809" v="1110" actId="1076"/>
          <ac:spMkLst>
            <pc:docMk/>
            <pc:sldMk cId="2595088808" sldId="283"/>
            <ac:spMk id="62" creationId="{7A342420-C52C-33EF-8371-D18943911CFC}"/>
          </ac:spMkLst>
        </pc:spChg>
        <pc:spChg chg="add mod">
          <ac:chgData name="Kevin Englehart" userId="60bfdd56-b43c-4fbd-a834-96ba8e0139fb" providerId="ADAL" clId="{B805EA5D-0E60-0346-AD51-7D66B68BB2E0}" dt="2024-02-23T18:45:44.577" v="1132" actId="20577"/>
          <ac:spMkLst>
            <pc:docMk/>
            <pc:sldMk cId="2595088808" sldId="283"/>
            <ac:spMk id="64" creationId="{D3EAC277-37B2-BAB1-972F-FBBB920A4CD9}"/>
          </ac:spMkLst>
        </pc:spChg>
        <pc:spChg chg="add mod">
          <ac:chgData name="Kevin Englehart" userId="60bfdd56-b43c-4fbd-a834-96ba8e0139fb" providerId="ADAL" clId="{B805EA5D-0E60-0346-AD51-7D66B68BB2E0}" dt="2024-02-23T18:46:11.445" v="1141" actId="20577"/>
          <ac:spMkLst>
            <pc:docMk/>
            <pc:sldMk cId="2595088808" sldId="283"/>
            <ac:spMk id="65" creationId="{859F5E5B-188B-851C-5391-B83B741FF409}"/>
          </ac:spMkLst>
        </pc:spChg>
        <pc:spChg chg="add del mod">
          <ac:chgData name="Kevin Englehart" userId="60bfdd56-b43c-4fbd-a834-96ba8e0139fb" providerId="ADAL" clId="{B805EA5D-0E60-0346-AD51-7D66B68BB2E0}" dt="2024-02-23T18:46:00.554" v="1139" actId="478"/>
          <ac:spMkLst>
            <pc:docMk/>
            <pc:sldMk cId="2595088808" sldId="283"/>
            <ac:spMk id="66" creationId="{EB9F0525-2956-75B0-3B40-38E9998EEA8A}"/>
          </ac:spMkLst>
        </pc:spChg>
        <pc:spChg chg="add mod">
          <ac:chgData name="Kevin Englehart" userId="60bfdd56-b43c-4fbd-a834-96ba8e0139fb" providerId="ADAL" clId="{B805EA5D-0E60-0346-AD51-7D66B68BB2E0}" dt="2024-02-23T18:45:50.954" v="1135" actId="20577"/>
          <ac:spMkLst>
            <pc:docMk/>
            <pc:sldMk cId="2595088808" sldId="283"/>
            <ac:spMk id="67" creationId="{323A1906-FE3E-91CF-E898-767D498685BB}"/>
          </ac:spMkLst>
        </pc:spChg>
        <pc:spChg chg="add del mod">
          <ac:chgData name="Kevin Englehart" userId="60bfdd56-b43c-4fbd-a834-96ba8e0139fb" providerId="ADAL" clId="{B805EA5D-0E60-0346-AD51-7D66B68BB2E0}" dt="2024-02-23T18:45:59.024" v="1138" actId="478"/>
          <ac:spMkLst>
            <pc:docMk/>
            <pc:sldMk cId="2595088808" sldId="283"/>
            <ac:spMk id="68" creationId="{21DD99F1-9884-A65B-B273-C4ED428EC44A}"/>
          </ac:spMkLst>
        </pc:spChg>
        <pc:spChg chg="add mod">
          <ac:chgData name="Kevin Englehart" userId="60bfdd56-b43c-4fbd-a834-96ba8e0139fb" providerId="ADAL" clId="{B805EA5D-0E60-0346-AD51-7D66B68BB2E0}" dt="2024-02-23T18:44:43.962" v="1114" actId="20577"/>
          <ac:spMkLst>
            <pc:docMk/>
            <pc:sldMk cId="2595088808" sldId="283"/>
            <ac:spMk id="69" creationId="{FCC9562C-FDB3-5EA3-B337-BD1F5B255681}"/>
          </ac:spMkLst>
        </pc:spChg>
        <pc:spChg chg="add mod">
          <ac:chgData name="Kevin Englehart" userId="60bfdd56-b43c-4fbd-a834-96ba8e0139fb" providerId="ADAL" clId="{B805EA5D-0E60-0346-AD51-7D66B68BB2E0}" dt="2024-02-23T18:45:29.231" v="1126" actId="20577"/>
          <ac:spMkLst>
            <pc:docMk/>
            <pc:sldMk cId="2595088808" sldId="283"/>
            <ac:spMk id="77" creationId="{B9077EE3-6E38-5D00-F528-012B78BD0275}"/>
          </ac:spMkLst>
        </pc:spChg>
        <pc:spChg chg="add del mod">
          <ac:chgData name="Kevin Englehart" userId="60bfdd56-b43c-4fbd-a834-96ba8e0139fb" providerId="ADAL" clId="{B805EA5D-0E60-0346-AD51-7D66B68BB2E0}" dt="2024-02-23T18:44:15.592" v="1108" actId="478"/>
          <ac:spMkLst>
            <pc:docMk/>
            <pc:sldMk cId="2595088808" sldId="283"/>
            <ac:spMk id="78" creationId="{769308EB-6BF2-43AB-C3E8-A6DFFE79C154}"/>
          </ac:spMkLst>
        </pc:spChg>
        <pc:spChg chg="add del mod">
          <ac:chgData name="Kevin Englehart" userId="60bfdd56-b43c-4fbd-a834-96ba8e0139fb" providerId="ADAL" clId="{B805EA5D-0E60-0346-AD51-7D66B68BB2E0}" dt="2024-02-23T18:44:15.592" v="1108" actId="478"/>
          <ac:spMkLst>
            <pc:docMk/>
            <pc:sldMk cId="2595088808" sldId="283"/>
            <ac:spMk id="79" creationId="{573311FC-66A6-5724-8447-0C43730DBE7E}"/>
          </ac:spMkLst>
        </pc:spChg>
        <pc:spChg chg="add del mod">
          <ac:chgData name="Kevin Englehart" userId="60bfdd56-b43c-4fbd-a834-96ba8e0139fb" providerId="ADAL" clId="{B805EA5D-0E60-0346-AD51-7D66B68BB2E0}" dt="2024-02-23T18:45:11.022" v="1119" actId="478"/>
          <ac:spMkLst>
            <pc:docMk/>
            <pc:sldMk cId="2595088808" sldId="283"/>
            <ac:spMk id="83" creationId="{91327A3D-8051-A67A-9CB9-F34B6CDEA33F}"/>
          </ac:spMkLst>
        </pc:spChg>
        <pc:spChg chg="add mod">
          <ac:chgData name="Kevin Englehart" userId="60bfdd56-b43c-4fbd-a834-96ba8e0139fb" providerId="ADAL" clId="{B805EA5D-0E60-0346-AD51-7D66B68BB2E0}" dt="2024-02-23T18:45:41.022" v="1130" actId="20577"/>
          <ac:spMkLst>
            <pc:docMk/>
            <pc:sldMk cId="2595088808" sldId="283"/>
            <ac:spMk id="84" creationId="{247B0C29-516A-8CBB-05AA-BA4DC7033A7D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88" creationId="{F71E6A2B-F2C2-8FF1-6CE5-3CCAF42C061A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90" creationId="{71C4EB1C-C1AE-52F9-4BF4-390DCFA01246}"/>
          </ac:spMkLst>
        </pc:spChg>
        <pc:spChg chg="add del mod">
          <ac:chgData name="Kevin Englehart" userId="60bfdd56-b43c-4fbd-a834-96ba8e0139fb" providerId="ADAL" clId="{B805EA5D-0E60-0346-AD51-7D66B68BB2E0}" dt="2024-02-23T18:46:44.775" v="1144" actId="478"/>
          <ac:spMkLst>
            <pc:docMk/>
            <pc:sldMk cId="2595088808" sldId="283"/>
            <ac:spMk id="91" creationId="{138CD255-F199-32CC-F546-E852FB2459E4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92" creationId="{7807B9AF-184F-9687-E4B5-BE1C612E82E8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93" creationId="{6B042B8B-E26A-6EC0-D4AF-7663EE58D140}"/>
          </ac:spMkLst>
        </pc:spChg>
        <pc:spChg chg="add del mod">
          <ac:chgData name="Kevin Englehart" userId="60bfdd56-b43c-4fbd-a834-96ba8e0139fb" providerId="ADAL" clId="{B805EA5D-0E60-0346-AD51-7D66B68BB2E0}" dt="2024-02-23T18:49:16.857" v="1181" actId="478"/>
          <ac:spMkLst>
            <pc:docMk/>
            <pc:sldMk cId="2595088808" sldId="283"/>
            <ac:spMk id="94" creationId="{AFE53815-4AE5-6A65-3011-798D2B04663C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97" creationId="{6B107480-CE60-698D-96EF-BF10A6411FCC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98" creationId="{0CB42FEE-29F5-20AC-FE43-4E3E800599B3}"/>
          </ac:spMkLst>
        </pc:spChg>
        <pc:spChg chg="add del mod">
          <ac:chgData name="Kevin Englehart" userId="60bfdd56-b43c-4fbd-a834-96ba8e0139fb" providerId="ADAL" clId="{B805EA5D-0E60-0346-AD51-7D66B68BB2E0}" dt="2024-02-23T18:47:15.739" v="1149" actId="478"/>
          <ac:spMkLst>
            <pc:docMk/>
            <pc:sldMk cId="2595088808" sldId="283"/>
            <ac:spMk id="100" creationId="{34FA2D51-7189-F051-787D-2E926F5B21FB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01" creationId="{08423930-2FD4-71E6-C170-8586727B50D6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02" creationId="{3ED90C9D-A567-E191-FB7F-C237C9310194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03" creationId="{B96C7CC0-A1E1-9100-BD9F-4EC77EAE86A7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04" creationId="{5E5B0E87-3251-E76E-3574-39E4FC074344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05" creationId="{623F3A17-3932-AE63-D76F-4089069FF016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12" creationId="{D5E26A81-0294-CD50-BCA1-38B8D22FB814}"/>
          </ac:spMkLst>
        </pc:spChg>
        <pc:spChg chg="add mod">
          <ac:chgData name="Kevin Englehart" userId="60bfdd56-b43c-4fbd-a834-96ba8e0139fb" providerId="ADAL" clId="{B805EA5D-0E60-0346-AD51-7D66B68BB2E0}" dt="2024-02-23T18:50:05.710" v="1184" actId="1076"/>
          <ac:spMkLst>
            <pc:docMk/>
            <pc:sldMk cId="2595088808" sldId="283"/>
            <ac:spMk id="113" creationId="{6E20A270-07AB-A960-4487-D673377E1259}"/>
          </ac:spMkLst>
        </pc:spChg>
        <pc:spChg chg="add mod">
          <ac:chgData name="Kevin Englehart" userId="60bfdd56-b43c-4fbd-a834-96ba8e0139fb" providerId="ADAL" clId="{B805EA5D-0E60-0346-AD51-7D66B68BB2E0}" dt="2024-02-23T18:51:24.629" v="1191" actId="1076"/>
          <ac:spMkLst>
            <pc:docMk/>
            <pc:sldMk cId="2595088808" sldId="283"/>
            <ac:spMk id="115" creationId="{96DF6A1F-08D8-7587-67FA-8AAEB42FDC48}"/>
          </ac:spMkLst>
        </pc:spChg>
        <pc:spChg chg="add mod">
          <ac:chgData name="Kevin Englehart" userId="60bfdd56-b43c-4fbd-a834-96ba8e0139fb" providerId="ADAL" clId="{B805EA5D-0E60-0346-AD51-7D66B68BB2E0}" dt="2024-02-23T18:51:31.770" v="1193" actId="1076"/>
          <ac:spMkLst>
            <pc:docMk/>
            <pc:sldMk cId="2595088808" sldId="283"/>
            <ac:spMk id="116" creationId="{0D94668F-F50C-73AA-5B09-149098D0DA4D}"/>
          </ac:spMkLst>
        </pc:spChg>
        <pc:spChg chg="add mod">
          <ac:chgData name="Kevin Englehart" userId="60bfdd56-b43c-4fbd-a834-96ba8e0139fb" providerId="ADAL" clId="{B805EA5D-0E60-0346-AD51-7D66B68BB2E0}" dt="2024-02-23T18:54:10.461" v="1211" actId="1076"/>
          <ac:spMkLst>
            <pc:docMk/>
            <pc:sldMk cId="2595088808" sldId="283"/>
            <ac:spMk id="117" creationId="{DCE663F0-4E84-3630-4CDA-52B941C3FC05}"/>
          </ac:spMkLst>
        </pc:spChg>
        <pc:spChg chg="add mod">
          <ac:chgData name="Kevin Englehart" userId="60bfdd56-b43c-4fbd-a834-96ba8e0139fb" providerId="ADAL" clId="{B805EA5D-0E60-0346-AD51-7D66B68BB2E0}" dt="2024-02-23T18:54:01.030" v="1210" actId="20577"/>
          <ac:spMkLst>
            <pc:docMk/>
            <pc:sldMk cId="2595088808" sldId="283"/>
            <ac:spMk id="118" creationId="{9C415D05-F772-F358-9110-7E3C5E25E490}"/>
          </ac:spMkLst>
        </pc:spChg>
        <pc:spChg chg="add mod">
          <ac:chgData name="Kevin Englehart" userId="60bfdd56-b43c-4fbd-a834-96ba8e0139fb" providerId="ADAL" clId="{B805EA5D-0E60-0346-AD51-7D66B68BB2E0}" dt="2024-02-23T18:54:20.142" v="1215" actId="20577"/>
          <ac:spMkLst>
            <pc:docMk/>
            <pc:sldMk cId="2595088808" sldId="283"/>
            <ac:spMk id="119" creationId="{8F54971E-804F-93F4-80A6-A1A9CCD96614}"/>
          </ac:spMkLst>
        </pc:spChg>
        <pc:spChg chg="add mod">
          <ac:chgData name="Kevin Englehart" userId="60bfdd56-b43c-4fbd-a834-96ba8e0139fb" providerId="ADAL" clId="{B805EA5D-0E60-0346-AD51-7D66B68BB2E0}" dt="2024-02-23T18:54:30.145" v="1219" actId="20577"/>
          <ac:spMkLst>
            <pc:docMk/>
            <pc:sldMk cId="2595088808" sldId="283"/>
            <ac:spMk id="120" creationId="{BAA9132A-CAE3-1E82-E5B7-086FE7821DEA}"/>
          </ac:spMkLst>
        </pc:spChg>
        <pc:spChg chg="add">
          <ac:chgData name="Kevin Englehart" userId="60bfdd56-b43c-4fbd-a834-96ba8e0139fb" providerId="ADAL" clId="{B805EA5D-0E60-0346-AD51-7D66B68BB2E0}" dt="2024-02-23T19:21:50.792" v="1220" actId="22"/>
          <ac:spMkLst>
            <pc:docMk/>
            <pc:sldMk cId="2595088808" sldId="283"/>
            <ac:spMk id="122" creationId="{38D523A0-BF86-4A69-A4C8-EA688630DDAA}"/>
          </ac:spMkLst>
        </pc:spChg>
        <pc:picChg chg="add del mod">
          <ac:chgData name="Kevin Englehart" userId="60bfdd56-b43c-4fbd-a834-96ba8e0139fb" providerId="ADAL" clId="{B805EA5D-0E60-0346-AD51-7D66B68BB2E0}" dt="2024-02-23T18:25:02.043" v="969" actId="478"/>
          <ac:picMkLst>
            <pc:docMk/>
            <pc:sldMk cId="2595088808" sldId="283"/>
            <ac:picMk id="2" creationId="{49FB914E-BAAD-CF7F-0FA4-592EF7F7CDD6}"/>
          </ac:picMkLst>
        </pc:picChg>
        <pc:cxnChg chg="add mod">
          <ac:chgData name="Kevin Englehart" userId="60bfdd56-b43c-4fbd-a834-96ba8e0139fb" providerId="ADAL" clId="{B805EA5D-0E60-0346-AD51-7D66B68BB2E0}" dt="2024-02-23T18:50:44.026" v="1188" actId="1076"/>
          <ac:cxnSpMkLst>
            <pc:docMk/>
            <pc:sldMk cId="2595088808" sldId="283"/>
            <ac:cxnSpMk id="3" creationId="{DC4961EC-5C26-14CC-E202-57D6337A7A41}"/>
          </ac:cxnSpMkLst>
        </pc:cxnChg>
        <pc:cxnChg chg="add mod">
          <ac:chgData name="Kevin Englehart" userId="60bfdd56-b43c-4fbd-a834-96ba8e0139fb" providerId="ADAL" clId="{B805EA5D-0E60-0346-AD51-7D66B68BB2E0}" dt="2024-02-23T18:50:44.026" v="1188" actId="1076"/>
          <ac:cxnSpMkLst>
            <pc:docMk/>
            <pc:sldMk cId="2595088808" sldId="283"/>
            <ac:cxnSpMk id="5" creationId="{03D344AF-7B0F-564B-0FC1-E8E028F2B48F}"/>
          </ac:cxnSpMkLst>
        </pc:cxnChg>
        <pc:cxnChg chg="add del mod">
          <ac:chgData name="Kevin Englehart" userId="60bfdd56-b43c-4fbd-a834-96ba8e0139fb" providerId="ADAL" clId="{B805EA5D-0E60-0346-AD51-7D66B68BB2E0}" dt="2024-02-23T18:27:17.234" v="1000" actId="478"/>
          <ac:cxnSpMkLst>
            <pc:docMk/>
            <pc:sldMk cId="2595088808" sldId="283"/>
            <ac:cxnSpMk id="9" creationId="{E0C5E1A1-81AA-00F8-EFEB-CE51249F8E6E}"/>
          </ac:cxnSpMkLst>
        </pc:cxnChg>
        <pc:cxnChg chg="add del mod">
          <ac:chgData name="Kevin Englehart" userId="60bfdd56-b43c-4fbd-a834-96ba8e0139fb" providerId="ADAL" clId="{B805EA5D-0E60-0346-AD51-7D66B68BB2E0}" dt="2024-02-23T18:25:02.847" v="970" actId="478"/>
          <ac:cxnSpMkLst>
            <pc:docMk/>
            <pc:sldMk cId="2595088808" sldId="283"/>
            <ac:cxnSpMk id="10" creationId="{B12BD46F-A455-A8A8-9BE8-E1F2D17C3CC4}"/>
          </ac:cxnSpMkLst>
        </pc:cxnChg>
        <pc:cxnChg chg="add del">
          <ac:chgData name="Kevin Englehart" userId="60bfdd56-b43c-4fbd-a834-96ba8e0139fb" providerId="ADAL" clId="{B805EA5D-0E60-0346-AD51-7D66B68BB2E0}" dt="2024-02-23T18:25:31.347" v="973" actId="11529"/>
          <ac:cxnSpMkLst>
            <pc:docMk/>
            <pc:sldMk cId="2595088808" sldId="283"/>
            <ac:cxnSpMk id="13" creationId="{820556B8-949E-11D4-18A7-0586B76717B4}"/>
          </ac:cxnSpMkLst>
        </pc:cxnChg>
        <pc:cxnChg chg="add mod">
          <ac:chgData name="Kevin Englehart" userId="60bfdd56-b43c-4fbd-a834-96ba8e0139fb" providerId="ADAL" clId="{B805EA5D-0E60-0346-AD51-7D66B68BB2E0}" dt="2024-02-23T18:50:44.026" v="1188" actId="1076"/>
          <ac:cxnSpMkLst>
            <pc:docMk/>
            <pc:sldMk cId="2595088808" sldId="283"/>
            <ac:cxnSpMk id="15" creationId="{2C8B9E3B-54AC-EEDC-002D-A81B8E3E6F18}"/>
          </ac:cxnSpMkLst>
        </pc:cxnChg>
        <pc:cxnChg chg="add mod">
          <ac:chgData name="Kevin Englehart" userId="60bfdd56-b43c-4fbd-a834-96ba8e0139fb" providerId="ADAL" clId="{B805EA5D-0E60-0346-AD51-7D66B68BB2E0}" dt="2024-02-23T18:50:44.026" v="1188" actId="1076"/>
          <ac:cxnSpMkLst>
            <pc:docMk/>
            <pc:sldMk cId="2595088808" sldId="283"/>
            <ac:cxnSpMk id="18" creationId="{949FD82F-E4AC-D44D-DB45-74176B303590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21" creationId="{DD76E5FA-54F9-DB4C-B324-9E927AB53C03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23" creationId="{AA30A651-64FD-5E61-F534-CB02C9F09CB7}"/>
          </ac:cxnSpMkLst>
        </pc:cxnChg>
        <pc:cxnChg chg="add del mod">
          <ac:chgData name="Kevin Englehart" userId="60bfdd56-b43c-4fbd-a834-96ba8e0139fb" providerId="ADAL" clId="{B805EA5D-0E60-0346-AD51-7D66B68BB2E0}" dt="2024-02-23T18:28:12.786" v="1010" actId="478"/>
          <ac:cxnSpMkLst>
            <pc:docMk/>
            <pc:sldMk cId="2595088808" sldId="283"/>
            <ac:cxnSpMk id="26" creationId="{30D39954-66FB-5F39-47DF-2163E4174E33}"/>
          </ac:cxnSpMkLst>
        </pc:cxnChg>
        <pc:cxnChg chg="add del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29" creationId="{91FB3252-1242-ABD1-534A-CAF724D0C61C}"/>
          </ac:cxnSpMkLst>
        </pc:cxnChg>
        <pc:cxnChg chg="add del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37" creationId="{01E468CA-229C-224C-04A5-EC359E09AF76}"/>
          </ac:cxnSpMkLst>
        </pc:cxnChg>
        <pc:cxnChg chg="add del">
          <ac:chgData name="Kevin Englehart" userId="60bfdd56-b43c-4fbd-a834-96ba8e0139fb" providerId="ADAL" clId="{B805EA5D-0E60-0346-AD51-7D66B68BB2E0}" dt="2024-02-23T18:34:02.244" v="1052" actId="478"/>
          <ac:cxnSpMkLst>
            <pc:docMk/>
            <pc:sldMk cId="2595088808" sldId="283"/>
            <ac:cxnSpMk id="41" creationId="{B68E10B3-0743-625D-EE9F-0C142120AE84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43" creationId="{3092CD7C-7D56-7A51-DC6D-3A40912BD6BC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48" creationId="{06AE1048-70FF-89FF-910E-BFC3ED3DA3D3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49" creationId="{40170F2F-927C-9867-4CFD-C5B6F0EC19AD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52" creationId="{BE68AE6E-C3A2-5D60-0614-CCC01F3D09AC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53" creationId="{EAF46E8B-044B-1D74-66EB-3998FE0528FE}"/>
          </ac:cxnSpMkLst>
        </pc:cxnChg>
        <pc:cxnChg chg="add mod">
          <ac:chgData name="Kevin Englehart" userId="60bfdd56-b43c-4fbd-a834-96ba8e0139fb" providerId="ADAL" clId="{B805EA5D-0E60-0346-AD51-7D66B68BB2E0}" dt="2024-02-23T18:50:16.224" v="1185" actId="1076"/>
          <ac:cxnSpMkLst>
            <pc:docMk/>
            <pc:sldMk cId="2595088808" sldId="283"/>
            <ac:cxnSpMk id="54" creationId="{BA8338FB-5F1B-A622-DFC3-59A75EE43ACC}"/>
          </ac:cxnSpMkLst>
        </pc:cxnChg>
        <pc:cxnChg chg="add mod">
          <ac:chgData name="Kevin Englehart" userId="60bfdd56-b43c-4fbd-a834-96ba8e0139fb" providerId="ADAL" clId="{B805EA5D-0E60-0346-AD51-7D66B68BB2E0}" dt="2024-02-23T18:44:06.647" v="1107" actId="1076"/>
          <ac:cxnSpMkLst>
            <pc:docMk/>
            <pc:sldMk cId="2595088808" sldId="283"/>
            <ac:cxnSpMk id="59" creationId="{4F4AC1E2-525E-A744-345D-5051295F42DC}"/>
          </ac:cxnSpMkLst>
        </pc:cxnChg>
        <pc:cxnChg chg="add mod">
          <ac:chgData name="Kevin Englehart" userId="60bfdd56-b43c-4fbd-a834-96ba8e0139fb" providerId="ADAL" clId="{B805EA5D-0E60-0346-AD51-7D66B68BB2E0}" dt="2024-02-23T18:44:22.145" v="1109" actId="1076"/>
          <ac:cxnSpMkLst>
            <pc:docMk/>
            <pc:sldMk cId="2595088808" sldId="283"/>
            <ac:cxnSpMk id="61" creationId="{18A3A86D-E40F-3D10-8A72-7A16FE050D29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63" creationId="{E9F07B37-9627-C16F-2706-0FD3C2769FC1}"/>
          </ac:cxnSpMkLst>
        </pc:cxnChg>
        <pc:cxnChg chg="add mod">
          <ac:chgData name="Kevin Englehart" userId="60bfdd56-b43c-4fbd-a834-96ba8e0139fb" providerId="ADAL" clId="{B805EA5D-0E60-0346-AD51-7D66B68BB2E0}" dt="2024-02-23T18:44:38.990" v="1112" actId="14100"/>
          <ac:cxnSpMkLst>
            <pc:docMk/>
            <pc:sldMk cId="2595088808" sldId="283"/>
            <ac:cxnSpMk id="70" creationId="{A6F3CAFD-D03A-7AE9-6980-74B34EF72A7E}"/>
          </ac:cxnSpMkLst>
        </pc:cxnChg>
        <pc:cxnChg chg="add mod">
          <ac:chgData name="Kevin Englehart" userId="60bfdd56-b43c-4fbd-a834-96ba8e0139fb" providerId="ADAL" clId="{B805EA5D-0E60-0346-AD51-7D66B68BB2E0}" dt="2024-02-23T18:44:53.031" v="1116" actId="14100"/>
          <ac:cxnSpMkLst>
            <pc:docMk/>
            <pc:sldMk cId="2595088808" sldId="283"/>
            <ac:cxnSpMk id="71" creationId="{B94297EC-3E4E-F887-3CDD-6CBAA2898EFB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72" creationId="{CCC6D066-115F-D7C3-AA9C-18ECF25226AE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73" creationId="{9CF2620B-386D-5B2C-591B-5DB6EA2E625D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74" creationId="{A42F7B44-FE33-4A88-3DBA-569A88CB691D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75" creationId="{AB63E478-4E75-B49B-986D-5F31E2268903}"/>
          </ac:cxnSpMkLst>
        </pc:cxnChg>
        <pc:cxnChg chg="add del mod">
          <ac:chgData name="Kevin Englehart" userId="60bfdd56-b43c-4fbd-a834-96ba8e0139fb" providerId="ADAL" clId="{B805EA5D-0E60-0346-AD51-7D66B68BB2E0}" dt="2024-02-23T18:44:15.592" v="1108" actId="478"/>
          <ac:cxnSpMkLst>
            <pc:docMk/>
            <pc:sldMk cId="2595088808" sldId="283"/>
            <ac:cxnSpMk id="76" creationId="{47706D55-520C-4F6D-3811-A87BD4FA58BF}"/>
          </ac:cxnSpMkLst>
        </pc:cxnChg>
        <pc:cxnChg chg="add mod">
          <ac:chgData name="Kevin Englehart" userId="60bfdd56-b43c-4fbd-a834-96ba8e0139fb" providerId="ADAL" clId="{B805EA5D-0E60-0346-AD51-7D66B68BB2E0}" dt="2024-02-23T18:45:19.461" v="1121" actId="14100"/>
          <ac:cxnSpMkLst>
            <pc:docMk/>
            <pc:sldMk cId="2595088808" sldId="283"/>
            <ac:cxnSpMk id="85" creationId="{3CE0D7CC-F5E9-064A-8696-55A7ABA489D1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87" creationId="{ACE07F9A-4286-F7C8-EA52-9A4244609B45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89" creationId="{851E7A13-C73C-012D-4B01-80ED67C8D87E}"/>
          </ac:cxnSpMkLst>
        </pc:cxnChg>
        <pc:cxnChg chg="add del mod">
          <ac:chgData name="Kevin Englehart" userId="60bfdd56-b43c-4fbd-a834-96ba8e0139fb" providerId="ADAL" clId="{B805EA5D-0E60-0346-AD51-7D66B68BB2E0}" dt="2024-02-23T18:49:12.265" v="1179" actId="478"/>
          <ac:cxnSpMkLst>
            <pc:docMk/>
            <pc:sldMk cId="2595088808" sldId="283"/>
            <ac:cxnSpMk id="95" creationId="{1F06574B-3A53-C95A-D9CC-DC9245DD4DDB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96" creationId="{DA0705D8-4D19-CCB6-9F0A-80D425DF0FFA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99" creationId="{DC582342-A56A-1875-6409-862ADBBA1B8A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06" creationId="{38E568E2-CB0B-F298-0FC7-BD935169508A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07" creationId="{E86C38B2-7BC2-F73F-E1A2-02B64A943A67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08" creationId="{734E033B-1FE0-2615-FB83-E2EABE2426CB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09" creationId="{3F5ECDE3-D46C-2521-F85D-70FB7AAF64F2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10" creationId="{22877368-3684-48B5-D0A9-E2FBABC602B1}"/>
          </ac:cxnSpMkLst>
        </pc:cxnChg>
        <pc:cxnChg chg="add mod">
          <ac:chgData name="Kevin Englehart" userId="60bfdd56-b43c-4fbd-a834-96ba8e0139fb" providerId="ADAL" clId="{B805EA5D-0E60-0346-AD51-7D66B68BB2E0}" dt="2024-02-23T18:50:05.710" v="1184" actId="1076"/>
          <ac:cxnSpMkLst>
            <pc:docMk/>
            <pc:sldMk cId="2595088808" sldId="283"/>
            <ac:cxnSpMk id="111" creationId="{845FDE1B-DEAF-FC53-947A-26D869FEBEC8}"/>
          </ac:cxnSpMkLst>
        </pc:cxnChg>
      </pc:sldChg>
      <pc:sldChg chg="addSp delSp modSp add mod">
        <pc:chgData name="Kevin Englehart" userId="60bfdd56-b43c-4fbd-a834-96ba8e0139fb" providerId="ADAL" clId="{B805EA5D-0E60-0346-AD51-7D66B68BB2E0}" dt="2024-02-23T19:27:08.384" v="1307" actId="20577"/>
        <pc:sldMkLst>
          <pc:docMk/>
          <pc:sldMk cId="2715824738" sldId="284"/>
        </pc:sldMkLst>
        <pc:spChg chg="add mod">
          <ac:chgData name="Kevin Englehart" userId="60bfdd56-b43c-4fbd-a834-96ba8e0139fb" providerId="ADAL" clId="{B805EA5D-0E60-0346-AD51-7D66B68BB2E0}" dt="2024-02-23T19:23:29.314" v="1240" actId="20577"/>
          <ac:spMkLst>
            <pc:docMk/>
            <pc:sldMk cId="2715824738" sldId="284"/>
            <ac:spMk id="2" creationId="{FD12F44C-E7B1-DC97-0E7A-EF92879E584E}"/>
          </ac:spMkLst>
        </pc:spChg>
        <pc:spChg chg="add mod">
          <ac:chgData name="Kevin Englehart" userId="60bfdd56-b43c-4fbd-a834-96ba8e0139fb" providerId="ADAL" clId="{B805EA5D-0E60-0346-AD51-7D66B68BB2E0}" dt="2024-02-23T19:23:32.640" v="1243" actId="20577"/>
          <ac:spMkLst>
            <pc:docMk/>
            <pc:sldMk cId="2715824738" sldId="284"/>
            <ac:spMk id="7" creationId="{FBE6022A-05FA-7232-3248-E9051D50D5B2}"/>
          </ac:spMkLst>
        </pc:spChg>
        <pc:spChg chg="mod">
          <ac:chgData name="Kevin Englehart" userId="60bfdd56-b43c-4fbd-a834-96ba8e0139fb" providerId="ADAL" clId="{B805EA5D-0E60-0346-AD51-7D66B68BB2E0}" dt="2024-02-23T19:22:58.435" v="1234" actId="1076"/>
          <ac:spMkLst>
            <pc:docMk/>
            <pc:sldMk cId="2715824738" sldId="284"/>
            <ac:spMk id="24" creationId="{C10F35E7-35A0-7E5B-EFDC-9F1B620C2B48}"/>
          </ac:spMkLst>
        </pc:spChg>
        <pc:spChg chg="mod">
          <ac:chgData name="Kevin Englehart" userId="60bfdd56-b43c-4fbd-a834-96ba8e0139fb" providerId="ADAL" clId="{B805EA5D-0E60-0346-AD51-7D66B68BB2E0}" dt="2024-02-23T19:24:45.814" v="1261" actId="1076"/>
          <ac:spMkLst>
            <pc:docMk/>
            <pc:sldMk cId="2715824738" sldId="284"/>
            <ac:spMk id="32" creationId="{4DF6BD45-96C1-362E-860B-77AD2C76D33F}"/>
          </ac:spMkLst>
        </pc:spChg>
        <pc:spChg chg="mod">
          <ac:chgData name="Kevin Englehart" userId="60bfdd56-b43c-4fbd-a834-96ba8e0139fb" providerId="ADAL" clId="{B805EA5D-0E60-0346-AD51-7D66B68BB2E0}" dt="2024-02-23T19:24:42.198" v="1260" actId="1076"/>
          <ac:spMkLst>
            <pc:docMk/>
            <pc:sldMk cId="2715824738" sldId="284"/>
            <ac:spMk id="33" creationId="{F5686EC7-7D29-4A68-B8D5-EB6C8C6AF5EA}"/>
          </ac:spMkLst>
        </pc:spChg>
        <pc:spChg chg="mod">
          <ac:chgData name="Kevin Englehart" userId="60bfdd56-b43c-4fbd-a834-96ba8e0139fb" providerId="ADAL" clId="{B805EA5D-0E60-0346-AD51-7D66B68BB2E0}" dt="2024-02-23T19:24:39.104" v="1259" actId="1076"/>
          <ac:spMkLst>
            <pc:docMk/>
            <pc:sldMk cId="2715824738" sldId="284"/>
            <ac:spMk id="34" creationId="{E2111619-3DB5-F51F-95EC-F5202E70DAAA}"/>
          </ac:spMkLst>
        </pc:spChg>
        <pc:spChg chg="mod">
          <ac:chgData name="Kevin Englehart" userId="60bfdd56-b43c-4fbd-a834-96ba8e0139fb" providerId="ADAL" clId="{B805EA5D-0E60-0346-AD51-7D66B68BB2E0}" dt="2024-02-23T19:24:35.189" v="1258" actId="1076"/>
          <ac:spMkLst>
            <pc:docMk/>
            <pc:sldMk cId="2715824738" sldId="284"/>
            <ac:spMk id="35" creationId="{BA8882ED-22B9-319C-4ED0-45D0FBB6E292}"/>
          </ac:spMkLst>
        </pc:spChg>
        <pc:spChg chg="mod">
          <ac:chgData name="Kevin Englehart" userId="60bfdd56-b43c-4fbd-a834-96ba8e0139fb" providerId="ADAL" clId="{B805EA5D-0E60-0346-AD51-7D66B68BB2E0}" dt="2024-02-23T19:25:40.638" v="1272" actId="1076"/>
          <ac:spMkLst>
            <pc:docMk/>
            <pc:sldMk cId="2715824738" sldId="284"/>
            <ac:spMk id="36" creationId="{0042AC93-2FCE-1A6E-A17E-6222A50E02DE}"/>
          </ac:spMkLst>
        </pc:spChg>
        <pc:spChg chg="add mod">
          <ac:chgData name="Kevin Englehart" userId="60bfdd56-b43c-4fbd-a834-96ba8e0139fb" providerId="ADAL" clId="{B805EA5D-0E60-0346-AD51-7D66B68BB2E0}" dt="2024-02-23T19:26:40.060" v="1294" actId="20577"/>
          <ac:spMkLst>
            <pc:docMk/>
            <pc:sldMk cId="2715824738" sldId="284"/>
            <ac:spMk id="39" creationId="{1C35B4BF-795E-CE88-F435-538965D53FC8}"/>
          </ac:spMkLst>
        </pc:spChg>
        <pc:spChg chg="add mod">
          <ac:chgData name="Kevin Englehart" userId="60bfdd56-b43c-4fbd-a834-96ba8e0139fb" providerId="ADAL" clId="{B805EA5D-0E60-0346-AD51-7D66B68BB2E0}" dt="2024-02-23T19:26:49.004" v="1299" actId="20577"/>
          <ac:spMkLst>
            <pc:docMk/>
            <pc:sldMk cId="2715824738" sldId="284"/>
            <ac:spMk id="40" creationId="{CBC245D9-BD1A-2874-4615-E175F88424C7}"/>
          </ac:spMkLst>
        </pc:spChg>
        <pc:spChg chg="add mod">
          <ac:chgData name="Kevin Englehart" userId="60bfdd56-b43c-4fbd-a834-96ba8e0139fb" providerId="ADAL" clId="{B805EA5D-0E60-0346-AD51-7D66B68BB2E0}" dt="2024-02-23T19:26:59.892" v="1305" actId="20577"/>
          <ac:spMkLst>
            <pc:docMk/>
            <pc:sldMk cId="2715824738" sldId="284"/>
            <ac:spMk id="41" creationId="{9DF31268-E65D-EC70-02DA-3E812C0B1B67}"/>
          </ac:spMkLst>
        </pc:spChg>
        <pc:spChg chg="mod">
          <ac:chgData name="Kevin Englehart" userId="60bfdd56-b43c-4fbd-a834-96ba8e0139fb" providerId="ADAL" clId="{B805EA5D-0E60-0346-AD51-7D66B68BB2E0}" dt="2024-02-23T19:26:14.799" v="1285" actId="20577"/>
          <ac:spMkLst>
            <pc:docMk/>
            <pc:sldMk cId="2715824738" sldId="284"/>
            <ac:spMk id="56" creationId="{76BE9E56-9E63-E7CC-910F-2CB0757852E3}"/>
          </ac:spMkLst>
        </pc:spChg>
        <pc:spChg chg="mod">
          <ac:chgData name="Kevin Englehart" userId="60bfdd56-b43c-4fbd-a834-96ba8e0139fb" providerId="ADAL" clId="{B805EA5D-0E60-0346-AD51-7D66B68BB2E0}" dt="2024-02-23T19:26:25.703" v="1288" actId="20577"/>
          <ac:spMkLst>
            <pc:docMk/>
            <pc:sldMk cId="2715824738" sldId="284"/>
            <ac:spMk id="57" creationId="{030A5693-CB50-0324-C84D-ABC8C7085FCA}"/>
          </ac:spMkLst>
        </pc:spChg>
        <pc:spChg chg="mod">
          <ac:chgData name="Kevin Englehart" userId="60bfdd56-b43c-4fbd-a834-96ba8e0139fb" providerId="ADAL" clId="{B805EA5D-0E60-0346-AD51-7D66B68BB2E0}" dt="2024-02-23T19:25:59.983" v="1278" actId="20577"/>
          <ac:spMkLst>
            <pc:docMk/>
            <pc:sldMk cId="2715824738" sldId="284"/>
            <ac:spMk id="58" creationId="{A4FDBEF7-9C36-D46A-8194-6683FCDD33B8}"/>
          </ac:spMkLst>
        </pc:spChg>
        <pc:spChg chg="mod">
          <ac:chgData name="Kevin Englehart" userId="60bfdd56-b43c-4fbd-a834-96ba8e0139fb" providerId="ADAL" clId="{B805EA5D-0E60-0346-AD51-7D66B68BB2E0}" dt="2024-02-23T19:22:45.340" v="1232" actId="1076"/>
          <ac:spMkLst>
            <pc:docMk/>
            <pc:sldMk cId="2715824738" sldId="284"/>
            <ac:spMk id="115" creationId="{96DF6A1F-08D8-7587-67FA-8AAEB42FDC48}"/>
          </ac:spMkLst>
        </pc:spChg>
        <pc:spChg chg="mod">
          <ac:chgData name="Kevin Englehart" userId="60bfdd56-b43c-4fbd-a834-96ba8e0139fb" providerId="ADAL" clId="{B805EA5D-0E60-0346-AD51-7D66B68BB2E0}" dt="2024-02-23T19:27:08.384" v="1307" actId="20577"/>
          <ac:spMkLst>
            <pc:docMk/>
            <pc:sldMk cId="2715824738" sldId="284"/>
            <ac:spMk id="118" creationId="{9C415D05-F772-F358-9110-7E3C5E25E490}"/>
          </ac:spMkLst>
        </pc:spChg>
        <pc:cxnChg chg="add mod">
          <ac:chgData name="Kevin Englehart" userId="60bfdd56-b43c-4fbd-a834-96ba8e0139fb" providerId="ADAL" clId="{B805EA5D-0E60-0346-AD51-7D66B68BB2E0}" dt="2024-02-23T19:26:09.305" v="1279" actId="14100"/>
          <ac:cxnSpMkLst>
            <pc:docMk/>
            <pc:sldMk cId="2715824738" sldId="284"/>
            <ac:cxnSpMk id="8" creationId="{870C01AD-2EA3-57BC-CE20-68824446BE0F}"/>
          </ac:cxnSpMkLst>
        </pc:cxnChg>
        <pc:cxnChg chg="add mod">
          <ac:chgData name="Kevin Englehart" userId="60bfdd56-b43c-4fbd-a834-96ba8e0139fb" providerId="ADAL" clId="{B805EA5D-0E60-0346-AD51-7D66B68BB2E0}" dt="2024-02-23T19:24:03.015" v="1247" actId="1076"/>
          <ac:cxnSpMkLst>
            <pc:docMk/>
            <pc:sldMk cId="2715824738" sldId="284"/>
            <ac:cxnSpMk id="9" creationId="{4C997F4D-BD2B-0CD2-A6DF-D130FAFD6EF1}"/>
          </ac:cxnSpMkLst>
        </pc:cxnChg>
        <pc:cxnChg chg="add mod">
          <ac:chgData name="Kevin Englehart" userId="60bfdd56-b43c-4fbd-a834-96ba8e0139fb" providerId="ADAL" clId="{B805EA5D-0E60-0346-AD51-7D66B68BB2E0}" dt="2024-02-23T19:25:31.924" v="1270" actId="14100"/>
          <ac:cxnSpMkLst>
            <pc:docMk/>
            <pc:sldMk cId="2715824738" sldId="284"/>
            <ac:cxnSpMk id="10" creationId="{45B6933A-01DA-5656-5161-E5B41328F382}"/>
          </ac:cxnSpMkLst>
        </pc:cxnChg>
        <pc:cxnChg chg="add mod">
          <ac:chgData name="Kevin Englehart" userId="60bfdd56-b43c-4fbd-a834-96ba8e0139fb" providerId="ADAL" clId="{B805EA5D-0E60-0346-AD51-7D66B68BB2E0}" dt="2024-02-23T19:25:37.118" v="1271" actId="14100"/>
          <ac:cxnSpMkLst>
            <pc:docMk/>
            <pc:sldMk cId="2715824738" sldId="284"/>
            <ac:cxnSpMk id="12" creationId="{956C7FB4-5F7C-EE05-BE1F-3C6B991B3950}"/>
          </ac:cxnSpMkLst>
        </pc:cxnChg>
        <pc:cxnChg chg="add mod">
          <ac:chgData name="Kevin Englehart" userId="60bfdd56-b43c-4fbd-a834-96ba8e0139fb" providerId="ADAL" clId="{B805EA5D-0E60-0346-AD51-7D66B68BB2E0}" dt="2024-02-23T19:25:45.682" v="1273" actId="14100"/>
          <ac:cxnSpMkLst>
            <pc:docMk/>
            <pc:sldMk cId="2715824738" sldId="284"/>
            <ac:cxnSpMk id="13" creationId="{FB8EA9AC-A7E1-689E-796A-058B598895A2}"/>
          </ac:cxnSpMkLst>
        </pc:cxnChg>
        <pc:cxnChg chg="add mod">
          <ac:chgData name="Kevin Englehart" userId="60bfdd56-b43c-4fbd-a834-96ba8e0139fb" providerId="ADAL" clId="{B805EA5D-0E60-0346-AD51-7D66B68BB2E0}" dt="2024-02-23T19:24:24.691" v="1255" actId="1076"/>
          <ac:cxnSpMkLst>
            <pc:docMk/>
            <pc:sldMk cId="2715824738" sldId="284"/>
            <ac:cxnSpMk id="14" creationId="{A7DAA7D1-3002-014A-DA3C-975F6FAEC39B}"/>
          </ac:cxnSpMkLst>
        </pc:cxnChg>
        <pc:cxnChg chg="add mod">
          <ac:chgData name="Kevin Englehart" userId="60bfdd56-b43c-4fbd-a834-96ba8e0139fb" providerId="ADAL" clId="{B805EA5D-0E60-0346-AD51-7D66B68BB2E0}" dt="2024-02-23T19:25:50.855" v="1274" actId="14100"/>
          <ac:cxnSpMkLst>
            <pc:docMk/>
            <pc:sldMk cId="2715824738" sldId="284"/>
            <ac:cxnSpMk id="20" creationId="{AFB30A18-FCD4-CBB2-6294-6B2B18F8D40B}"/>
          </ac:cxnSpMkLst>
        </pc:cxnChg>
        <pc:cxnChg chg="mod">
          <ac:chgData name="Kevin Englehart" userId="60bfdd56-b43c-4fbd-a834-96ba8e0139fb" providerId="ADAL" clId="{B805EA5D-0E60-0346-AD51-7D66B68BB2E0}" dt="2024-02-23T19:23:24.715" v="1237" actId="1076"/>
          <ac:cxnSpMkLst>
            <pc:docMk/>
            <pc:sldMk cId="2715824738" sldId="284"/>
            <ac:cxnSpMk id="21" creationId="{DD76E5FA-54F9-DB4C-B324-9E927AB53C03}"/>
          </ac:cxnSpMkLst>
        </pc:cxnChg>
        <pc:cxnChg chg="mod">
          <ac:chgData name="Kevin Englehart" userId="60bfdd56-b43c-4fbd-a834-96ba8e0139fb" providerId="ADAL" clId="{B805EA5D-0E60-0346-AD51-7D66B68BB2E0}" dt="2024-02-23T19:22:52.964" v="1233" actId="1076"/>
          <ac:cxnSpMkLst>
            <pc:docMk/>
            <pc:sldMk cId="2715824738" sldId="284"/>
            <ac:cxnSpMk id="23" creationId="{AA30A651-64FD-5E61-F534-CB02C9F09CB7}"/>
          </ac:cxnSpMkLst>
        </pc:cxnChg>
        <pc:cxnChg chg="del">
          <ac:chgData name="Kevin Englehart" userId="60bfdd56-b43c-4fbd-a834-96ba8e0139fb" providerId="ADAL" clId="{B805EA5D-0E60-0346-AD51-7D66B68BB2E0}" dt="2024-02-23T19:22:26.129" v="1228" actId="478"/>
          <ac:cxnSpMkLst>
            <pc:docMk/>
            <pc:sldMk cId="2715824738" sldId="284"/>
            <ac:cxnSpMk id="29" creationId="{91FB3252-1242-ABD1-534A-CAF724D0C61C}"/>
          </ac:cxnSpMkLst>
        </pc:cxnChg>
        <pc:cxnChg chg="del">
          <ac:chgData name="Kevin Englehart" userId="60bfdd56-b43c-4fbd-a834-96ba8e0139fb" providerId="ADAL" clId="{B805EA5D-0E60-0346-AD51-7D66B68BB2E0}" dt="2024-02-23T19:22:28.712" v="1230" actId="478"/>
          <ac:cxnSpMkLst>
            <pc:docMk/>
            <pc:sldMk cId="2715824738" sldId="284"/>
            <ac:cxnSpMk id="37" creationId="{01E468CA-229C-224C-04A5-EC359E09AF76}"/>
          </ac:cxnSpMkLst>
        </pc:cxnChg>
        <pc:cxnChg chg="del">
          <ac:chgData name="Kevin Englehart" userId="60bfdd56-b43c-4fbd-a834-96ba8e0139fb" providerId="ADAL" clId="{B805EA5D-0E60-0346-AD51-7D66B68BB2E0}" dt="2024-02-23T19:22:29.637" v="1231" actId="478"/>
          <ac:cxnSpMkLst>
            <pc:docMk/>
            <pc:sldMk cId="2715824738" sldId="284"/>
            <ac:cxnSpMk id="43" creationId="{3092CD7C-7D56-7A51-DC6D-3A40912BD6BC}"/>
          </ac:cxnSpMkLst>
        </pc:cxnChg>
        <pc:cxnChg chg="del">
          <ac:chgData name="Kevin Englehart" userId="60bfdd56-b43c-4fbd-a834-96ba8e0139fb" providerId="ADAL" clId="{B805EA5D-0E60-0346-AD51-7D66B68BB2E0}" dt="2024-02-23T19:22:16.976" v="1224" actId="478"/>
          <ac:cxnSpMkLst>
            <pc:docMk/>
            <pc:sldMk cId="2715824738" sldId="284"/>
            <ac:cxnSpMk id="48" creationId="{06AE1048-70FF-89FF-910E-BFC3ED3DA3D3}"/>
          </ac:cxnSpMkLst>
        </pc:cxnChg>
        <pc:cxnChg chg="del">
          <ac:chgData name="Kevin Englehart" userId="60bfdd56-b43c-4fbd-a834-96ba8e0139fb" providerId="ADAL" clId="{B805EA5D-0E60-0346-AD51-7D66B68BB2E0}" dt="2024-02-23T19:22:27.357" v="1229" actId="478"/>
          <ac:cxnSpMkLst>
            <pc:docMk/>
            <pc:sldMk cId="2715824738" sldId="284"/>
            <ac:cxnSpMk id="49" creationId="{40170F2F-927C-9867-4CFD-C5B6F0EC19AD}"/>
          </ac:cxnSpMkLst>
        </pc:cxnChg>
        <pc:cxnChg chg="del">
          <ac:chgData name="Kevin Englehart" userId="60bfdd56-b43c-4fbd-a834-96ba8e0139fb" providerId="ADAL" clId="{B805EA5D-0E60-0346-AD51-7D66B68BB2E0}" dt="2024-02-23T19:22:14.494" v="1222" actId="478"/>
          <ac:cxnSpMkLst>
            <pc:docMk/>
            <pc:sldMk cId="2715824738" sldId="284"/>
            <ac:cxnSpMk id="52" creationId="{BE68AE6E-C3A2-5D60-0614-CCC01F3D09AC}"/>
          </ac:cxnSpMkLst>
        </pc:cxnChg>
        <pc:cxnChg chg="del">
          <ac:chgData name="Kevin Englehart" userId="60bfdd56-b43c-4fbd-a834-96ba8e0139fb" providerId="ADAL" clId="{B805EA5D-0E60-0346-AD51-7D66B68BB2E0}" dt="2024-02-23T19:22:15.701" v="1223" actId="478"/>
          <ac:cxnSpMkLst>
            <pc:docMk/>
            <pc:sldMk cId="2715824738" sldId="284"/>
            <ac:cxnSpMk id="53" creationId="{EAF46E8B-044B-1D74-66EB-3998FE0528FE}"/>
          </ac:cxnSpMkLst>
        </pc:cxnChg>
        <pc:cxnChg chg="del">
          <ac:chgData name="Kevin Englehart" userId="60bfdd56-b43c-4fbd-a834-96ba8e0139fb" providerId="ADAL" clId="{B805EA5D-0E60-0346-AD51-7D66B68BB2E0}" dt="2024-02-23T19:22:18.056" v="1225" actId="478"/>
          <ac:cxnSpMkLst>
            <pc:docMk/>
            <pc:sldMk cId="2715824738" sldId="284"/>
            <ac:cxnSpMk id="54" creationId="{BA8338FB-5F1B-A622-DFC3-59A75EE43ACC}"/>
          </ac:cxnSpMkLst>
        </pc:cxnChg>
      </pc:sldChg>
      <pc:sldChg chg="addSp modSp new del">
        <pc:chgData name="Kevin Englehart" userId="60bfdd56-b43c-4fbd-a834-96ba8e0139fb" providerId="ADAL" clId="{B805EA5D-0E60-0346-AD51-7D66B68BB2E0}" dt="2024-03-04T19:58:28.047" v="1336" actId="680"/>
        <pc:sldMkLst>
          <pc:docMk/>
          <pc:sldMk cId="27267844" sldId="285"/>
        </pc:sldMkLst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2" creationId="{E8754BE6-69BA-82A5-7C72-23E0F24B7BD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" creationId="{D65E75A9-E5C1-7523-3F51-1BC892E2BC46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" creationId="{F36FE90E-DF27-BDFA-9AAB-EA0C3B204F3B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6" creationId="{DA71EFBF-D4AF-8D9E-BD41-067B4CAB886A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7" creationId="{5CCA57AF-18F7-6618-2782-0B420DAC342D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8" creationId="{11978695-B415-B825-E08E-311645E21676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" creationId="{6BC288F0-321F-61E0-E83D-3EF06211D3C7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1" creationId="{D95A11D0-FA0A-50B7-0D56-CAB0FD19A77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2" creationId="{15C9B7E5-169E-C4CB-13C5-09F801CEC2FD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3" creationId="{027DEC7F-6455-F5D5-A9E8-B93218FB0F89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4" creationId="{0366BF93-1C6A-2994-2B74-89FBFDD741F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5" creationId="{32B86831-E505-9BEB-A0BC-DBE2B4EA951B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6" creationId="{4B35D848-266E-8E4C-2288-01A431E222F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7" creationId="{78D0BF3C-086E-60AE-47AB-061714F74A7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8" creationId="{8D6A343F-EB50-5F7B-EEDD-295F5DEE8226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39" creationId="{E15BD090-2F22-30AA-56C7-7A80E0BF827D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0" creationId="{0D852EB5-55B4-4007-5844-FEA7FC4AE6C6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1" creationId="{498966EF-C155-4ABC-24A9-63E8DDA73095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2" creationId="{95D7137C-B028-23F3-EE3E-A0CE23DBFD07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5" creationId="{52B565F0-298B-C766-A840-CE35DD0D9562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6" creationId="{830F0C3F-7C5C-6F14-DAA8-67A3214C47D1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7" creationId="{4EB63914-B74D-A00E-A80B-A7773EC48CB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8" creationId="{A506579F-E22C-60D3-0484-6652181F1EB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49" creationId="{FF747322-336E-099E-CD1D-5ED562D1F413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0" creationId="{6DCAAD03-600F-FC4C-0CE6-27A110EAA314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1" creationId="{45619B05-320E-03F2-971D-A2CE03166E1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2" creationId="{A6359999-37B4-00F4-F8FC-54E97EC4EF7A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3" creationId="{DD53AE0F-30AA-2EEF-F147-63F414AE1E6A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4" creationId="{7111DFB8-D37B-2B56-BD7A-8314BF022A7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5" creationId="{CBEFC273-0A08-C77F-8911-ECDFD1C9F3FD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6" creationId="{D44D7A5C-A96A-691C-AD3C-EE158BB8014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7" creationId="{B2E648CD-85DE-599F-CCCE-4EB9A86B0A81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8" creationId="{C6E0C61C-F2ED-5956-E647-FB2F3F3AD32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59" creationId="{3788BC51-9F1B-39A4-9661-9B216294D844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60" creationId="{2A7A9EE5-C292-BBD3-C938-8898798A2D7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61" creationId="{1A7ED6B0-483E-3F4F-1650-9C3FA7B86702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62" creationId="{35E01F2E-53DC-A804-B5DC-83BD81088AC5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63" creationId="{F2CBB9D7-D9DF-38B5-1365-E1D71381A2E1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24" creationId="{002EAC02-1B29-0353-5171-69EB91CD031E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26" creationId="{4AB8E312-0F3C-8A14-4128-2782DA8B56BB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27" creationId="{D6342F3F-C8F7-828D-11F2-63AE07E057FA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28" creationId="{FA24B590-D9BA-3EAE-A44D-F606D019C7AB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29" creationId="{4E5C2724-7BA5-7382-2004-E8F333639CE7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0" creationId="{B6E6ADF8-D306-AC97-1CF8-4C8D485601AA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1" creationId="{E1463749-4B62-CCCD-8528-7FD6E33B42AD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2" creationId="{FC72537D-9DE3-FC20-1914-365DC6807EC8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3" creationId="{07FAD37F-D8B8-0E05-2AEA-57EE3B9A26FB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4" creationId="{ED4D6B3A-36D3-DE14-4F3C-CE2FDB29A1A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5" creationId="{A68D94CC-C0FB-B6EA-6CD6-D6565B491E3E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6" creationId="{5141C102-2F58-F878-F75F-18A5849BFD50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7" creationId="{7598A300-EF0A-5D1D-0BE0-93780C319C7C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8" creationId="{E0174CAA-E11B-D833-F58E-59C7D4C42EA5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39" creationId="{4D5E4EC9-6799-DB2D-3449-2315C90E1B11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40" creationId="{AE299BE2-4CB3-4D8A-0D65-433C40AB4E2C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41" creationId="{4C374B8E-F5CD-33D8-D5BB-DA090EC4FF82}"/>
          </ac:spMkLst>
        </pc:spChg>
        <pc:spChg chg="add">
          <ac:chgData name="Kevin Englehart" userId="60bfdd56-b43c-4fbd-a834-96ba8e0139fb" providerId="ADAL" clId="{B805EA5D-0E60-0346-AD51-7D66B68BB2E0}" dt="2024-03-04T19:57:25.801" v="1333"/>
          <ac:spMkLst>
            <pc:docMk/>
            <pc:sldMk cId="27267844" sldId="285"/>
            <ac:spMk id="1042" creationId="{49AC17C2-3A0A-F38F-46F8-49C925E072A0}"/>
          </ac:spMkLst>
        </pc:spChg>
        <pc:grpChg chg="add mod">
          <ac:chgData name="Kevin Englehart" userId="60bfdd56-b43c-4fbd-a834-96ba8e0139fb" providerId="ADAL" clId="{B805EA5D-0E60-0346-AD51-7D66B68BB2E0}" dt="2024-03-04T19:58:27.457" v="1335"/>
          <ac:grpSpMkLst>
            <pc:docMk/>
            <pc:sldMk cId="27267844" sldId="285"/>
            <ac:grpSpMk id="1043" creationId="{63A4814E-9095-18E4-DE6B-D93A44E837A8}"/>
          </ac:grpSpMkLst>
        </pc:grpChg>
        <pc:picChg chg="add">
          <ac:chgData name="Kevin Englehart" userId="60bfdd56-b43c-4fbd-a834-96ba8e0139fb" providerId="ADAL" clId="{B805EA5D-0E60-0346-AD51-7D66B68BB2E0}" dt="2024-03-04T19:57:25.801" v="1333"/>
          <ac:picMkLst>
            <pc:docMk/>
            <pc:sldMk cId="27267844" sldId="285"/>
            <ac:picMk id="1025" creationId="{2AA4F9CC-8D3A-52B1-8645-D45BACF68E57}"/>
          </ac:picMkLst>
        </pc:picChg>
        <pc:inkChg chg="add">
          <ac:chgData name="Kevin Englehart" userId="60bfdd56-b43c-4fbd-a834-96ba8e0139fb" providerId="ADAL" clId="{B805EA5D-0E60-0346-AD51-7D66B68BB2E0}" dt="2024-03-04T19:57:25.801" v="1333"/>
          <ac:inkMkLst>
            <pc:docMk/>
            <pc:sldMk cId="27267844" sldId="285"/>
            <ac:inkMk id="3" creationId="{D0E65619-1F3C-CF19-700F-C4B3C35C384E}"/>
          </ac:inkMkLst>
        </pc:ink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9" creationId="{C17AC9D7-C663-67CE-F3BE-69414911C5F5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2" creationId="{F5D05341-C1B5-135C-E8DF-E1C5E719EC89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3" creationId="{0DD9C0C8-C0BA-94AD-91BA-2D54CDCEEB64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4" creationId="{C8CC3322-0759-B1B6-64BB-F6903554454E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5" creationId="{099A95C3-DC9B-84EE-9935-49E1157AEF2F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6" creationId="{64A0D0D6-AA3D-3C0A-BC3B-E9EACE3467FC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7" creationId="{6513DCBB-01A6-4399-6F9B-FA619933AA3A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8" creationId="{D325324A-AF2A-494E-52C5-3DADCCB760EC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19" creationId="{D1A5EF1D-C766-C3C5-1315-C5C14DD57C7B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0" creationId="{D607B207-E38E-29B0-87D5-545395A3B4D8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1" creationId="{5350D7EA-FE37-C9C0-E14A-3CE16E2F3276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2" creationId="{82A06B2C-A62F-2341-542B-C850E0D023DE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3" creationId="{6AD87066-D9F9-C9A1-6FDC-4FD1AB4950A7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4" creationId="{1B8E4512-A85D-7836-ECC1-415133EFDEEF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5" creationId="{BC0ECE68-5450-7F34-9A2F-9FD7FA36528B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6" creationId="{7A6D449E-892D-B8DB-96EB-0B9ECE3BD3A4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7" creationId="{3898110E-4C8B-E217-99B2-E69530C16509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8" creationId="{8D85E06E-DA47-8229-079A-3E0DD67EC781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29" creationId="{B0DB0CB8-4792-D155-9518-9766CE1CBD4E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30" creationId="{3DF09498-F4D6-201F-8180-813F97DE9163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31" creationId="{0E752B69-C97E-22EC-2935-BF9245CAF265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43" creationId="{CF7BF0C7-26AB-67B1-AA76-82EC3FEB2A40}"/>
          </ac:cxnSpMkLst>
        </pc:cxnChg>
        <pc:cxnChg chg="add">
          <ac:chgData name="Kevin Englehart" userId="60bfdd56-b43c-4fbd-a834-96ba8e0139fb" providerId="ADAL" clId="{B805EA5D-0E60-0346-AD51-7D66B68BB2E0}" dt="2024-03-04T19:57:25.801" v="1333"/>
          <ac:cxnSpMkLst>
            <pc:docMk/>
            <pc:sldMk cId="27267844" sldId="285"/>
            <ac:cxnSpMk id="44" creationId="{5796F24A-F6BE-1FFC-363A-539F104FE13C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4" creationId="{CD830C67-5FB8-60F0-DA9B-2CD0844C990F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5" creationId="{D6E99BC8-D548-6451-69A9-B2A343599C8F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6" creationId="{3A4618DD-E12D-0F54-6F21-BC07B45582D5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7" creationId="{CFEFC75F-8901-D20C-D15A-E4D67C04DC6A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8" creationId="{9EDD636E-55A7-9E1B-A946-91CAFBC87192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49" creationId="{B696AAD1-C002-EE05-BDDD-4391CAE676BE}"/>
          </ac:cxnSpMkLst>
        </pc:cxnChg>
        <pc:cxnChg chg="add mod">
          <ac:chgData name="Kevin Englehart" userId="60bfdd56-b43c-4fbd-a834-96ba8e0139fb" providerId="ADAL" clId="{B805EA5D-0E60-0346-AD51-7D66B68BB2E0}" dt="2024-03-04T19:58:27.457" v="1335"/>
          <ac:cxnSpMkLst>
            <pc:docMk/>
            <pc:sldMk cId="27267844" sldId="285"/>
            <ac:cxnSpMk id="1050" creationId="{0A7444FE-27F5-5460-F192-4413F81326C9}"/>
          </ac:cxnSpMkLst>
        </pc:cxnChg>
      </pc:sldChg>
      <pc:sldChg chg="modSp add mod">
        <pc:chgData name="Kevin Englehart" userId="60bfdd56-b43c-4fbd-a834-96ba8e0139fb" providerId="ADAL" clId="{B805EA5D-0E60-0346-AD51-7D66B68BB2E0}" dt="2024-03-04T20:12:35.797" v="1781" actId="20577"/>
        <pc:sldMkLst>
          <pc:docMk/>
          <pc:sldMk cId="2156190604" sldId="285"/>
        </pc:sldMkLst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32" creationId="{C35C066C-5600-BDCB-49A3-515C13AC8DF4}"/>
          </ac:spMkLst>
        </pc:spChg>
        <pc:spChg chg="mod">
          <ac:chgData name="Kevin Englehart" userId="60bfdd56-b43c-4fbd-a834-96ba8e0139fb" providerId="ADAL" clId="{B805EA5D-0E60-0346-AD51-7D66B68BB2E0}" dt="2024-03-04T20:11:14.462" v="1755" actId="20577"/>
          <ac:spMkLst>
            <pc:docMk/>
            <pc:sldMk cId="2156190604" sldId="285"/>
            <ac:spMk id="55" creationId="{A406225B-D12A-EF58-5A2A-BE5C4ECE2887}"/>
          </ac:spMkLst>
        </pc:spChg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56" creationId="{E07A63A0-B95C-B49E-E96A-36CC4D4775C0}"/>
          </ac:spMkLst>
        </pc:spChg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57" creationId="{4E5D2493-2DDF-2E7F-1F5F-767FFFD24132}"/>
          </ac:spMkLst>
        </pc:spChg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58" creationId="{3DDF5857-D8E9-599E-47F0-763691F8626B}"/>
          </ac:spMkLst>
        </pc:spChg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59" creationId="{5A14A637-C769-F8A3-FBA9-88D004E7ED3E}"/>
          </ac:spMkLst>
        </pc:spChg>
        <pc:spChg chg="mod">
          <ac:chgData name="Kevin Englehart" userId="60bfdd56-b43c-4fbd-a834-96ba8e0139fb" providerId="ADAL" clId="{B805EA5D-0E60-0346-AD51-7D66B68BB2E0}" dt="2024-03-04T20:10:58.918" v="1752" actId="1036"/>
          <ac:spMkLst>
            <pc:docMk/>
            <pc:sldMk cId="2156190604" sldId="285"/>
            <ac:spMk id="60" creationId="{17BF9446-5583-6067-C733-B098BC6B1247}"/>
          </ac:spMkLst>
        </pc:spChg>
        <pc:spChg chg="mod">
          <ac:chgData name="Kevin Englehart" userId="60bfdd56-b43c-4fbd-a834-96ba8e0139fb" providerId="ADAL" clId="{B805EA5D-0E60-0346-AD51-7D66B68BB2E0}" dt="2024-03-04T20:10:40.491" v="1734" actId="1076"/>
          <ac:spMkLst>
            <pc:docMk/>
            <pc:sldMk cId="2156190604" sldId="285"/>
            <ac:spMk id="63" creationId="{0F77D54A-FCC9-9686-0EA3-1F3FFCE34C1D}"/>
          </ac:spMkLst>
        </pc:spChg>
        <pc:spChg chg="mod">
          <ac:chgData name="Kevin Englehart" userId="60bfdd56-b43c-4fbd-a834-96ba8e0139fb" providerId="ADAL" clId="{B805EA5D-0E60-0346-AD51-7D66B68BB2E0}" dt="2024-03-04T20:11:26.209" v="1756" actId="1076"/>
          <ac:spMkLst>
            <pc:docMk/>
            <pc:sldMk cId="2156190604" sldId="285"/>
            <ac:spMk id="64" creationId="{DCFAAEA2-4D81-B50D-3B8A-5BDBF1B831D0}"/>
          </ac:spMkLst>
        </pc:spChg>
        <pc:spChg chg="mod">
          <ac:chgData name="Kevin Englehart" userId="60bfdd56-b43c-4fbd-a834-96ba8e0139fb" providerId="ADAL" clId="{B805EA5D-0E60-0346-AD51-7D66B68BB2E0}" dt="2024-03-04T20:12:14.877" v="1776" actId="1076"/>
          <ac:spMkLst>
            <pc:docMk/>
            <pc:sldMk cId="2156190604" sldId="285"/>
            <ac:spMk id="68" creationId="{84329252-BD78-92B6-FDAA-E14A027D8A11}"/>
          </ac:spMkLst>
        </pc:spChg>
        <pc:spChg chg="mod">
          <ac:chgData name="Kevin Englehart" userId="60bfdd56-b43c-4fbd-a834-96ba8e0139fb" providerId="ADAL" clId="{B805EA5D-0E60-0346-AD51-7D66B68BB2E0}" dt="2024-03-04T20:12:35.797" v="1781" actId="20577"/>
          <ac:spMkLst>
            <pc:docMk/>
            <pc:sldMk cId="2156190604" sldId="285"/>
            <ac:spMk id="83" creationId="{ED8452FE-C0E8-E7E4-F682-214BE2C6D439}"/>
          </ac:spMkLst>
        </pc:spChg>
        <pc:spChg chg="mod">
          <ac:chgData name="Kevin Englehart" userId="60bfdd56-b43c-4fbd-a834-96ba8e0139fb" providerId="ADAL" clId="{B805EA5D-0E60-0346-AD51-7D66B68BB2E0}" dt="2024-03-04T20:11:37.350" v="1772" actId="1035"/>
          <ac:spMkLst>
            <pc:docMk/>
            <pc:sldMk cId="2156190604" sldId="285"/>
            <ac:spMk id="84" creationId="{9F807740-3D76-3BC8-DB3B-AA93C2FEB95D}"/>
          </ac:spMkLst>
        </pc:spChg>
        <pc:spChg chg="mod">
          <ac:chgData name="Kevin Englehart" userId="60bfdd56-b43c-4fbd-a834-96ba8e0139fb" providerId="ADAL" clId="{B805EA5D-0E60-0346-AD51-7D66B68BB2E0}" dt="2024-03-04T20:11:37.350" v="1772" actId="1035"/>
          <ac:spMkLst>
            <pc:docMk/>
            <pc:sldMk cId="2156190604" sldId="285"/>
            <ac:spMk id="85" creationId="{FA051320-E04C-B1DE-0715-981EA2781F69}"/>
          </ac:spMkLst>
        </pc:spChg>
        <pc:spChg chg="mod">
          <ac:chgData name="Kevin Englehart" userId="60bfdd56-b43c-4fbd-a834-96ba8e0139fb" providerId="ADAL" clId="{B805EA5D-0E60-0346-AD51-7D66B68BB2E0}" dt="2024-03-04T20:11:37.350" v="1772" actId="1035"/>
          <ac:spMkLst>
            <pc:docMk/>
            <pc:sldMk cId="2156190604" sldId="285"/>
            <ac:spMk id="86" creationId="{6A7AEFDF-C87F-8E04-4598-4BD9917BD103}"/>
          </ac:spMkLst>
        </pc:spChg>
        <pc:spChg chg="mod">
          <ac:chgData name="Kevin Englehart" userId="60bfdd56-b43c-4fbd-a834-96ba8e0139fb" providerId="ADAL" clId="{B805EA5D-0E60-0346-AD51-7D66B68BB2E0}" dt="2024-03-04T20:11:37.350" v="1772" actId="1035"/>
          <ac:spMkLst>
            <pc:docMk/>
            <pc:sldMk cId="2156190604" sldId="285"/>
            <ac:spMk id="87" creationId="{01D4E321-14C0-D09D-3448-53822D81A037}"/>
          </ac:spMkLst>
        </pc:spChg>
        <pc:spChg chg="mod">
          <ac:chgData name="Kevin Englehart" userId="60bfdd56-b43c-4fbd-a834-96ba8e0139fb" providerId="ADAL" clId="{B805EA5D-0E60-0346-AD51-7D66B68BB2E0}" dt="2024-03-04T20:11:37.350" v="1772" actId="1035"/>
          <ac:spMkLst>
            <pc:docMk/>
            <pc:sldMk cId="2156190604" sldId="285"/>
            <ac:spMk id="88" creationId="{D6761C06-3762-1C45-1083-45BAD539CA0F}"/>
          </ac:spMkLst>
        </pc:spChg>
        <pc:spChg chg="mod">
          <ac:chgData name="Kevin Englehart" userId="60bfdd56-b43c-4fbd-a834-96ba8e0139fb" providerId="ADAL" clId="{B805EA5D-0E60-0346-AD51-7D66B68BB2E0}" dt="2024-03-04T20:12:19.152" v="1778" actId="1076"/>
          <ac:spMkLst>
            <pc:docMk/>
            <pc:sldMk cId="2156190604" sldId="285"/>
            <ac:spMk id="90" creationId="{89CB1551-1CC9-4118-43FF-1778593037DC}"/>
          </ac:spMkLst>
        </pc:spChg>
        <pc:picChg chg="mod">
          <ac:chgData name="Kevin Englehart" userId="60bfdd56-b43c-4fbd-a834-96ba8e0139fb" providerId="ADAL" clId="{B805EA5D-0E60-0346-AD51-7D66B68BB2E0}" dt="2024-03-04T20:12:15.477" v="1777" actId="1076"/>
          <ac:picMkLst>
            <pc:docMk/>
            <pc:sldMk cId="2156190604" sldId="285"/>
            <ac:picMk id="2" creationId="{DE6B362E-B0B9-E746-0E03-18FA24A5F048}"/>
          </ac:picMkLst>
        </pc:picChg>
        <pc:cxnChg chg="mod">
          <ac:chgData name="Kevin Englehart" userId="60bfdd56-b43c-4fbd-a834-96ba8e0139fb" providerId="ADAL" clId="{B805EA5D-0E60-0346-AD51-7D66B68BB2E0}" dt="2024-03-04T20:10:40.491" v="1734" actId="1076"/>
          <ac:cxnSpMkLst>
            <pc:docMk/>
            <pc:sldMk cId="2156190604" sldId="285"/>
            <ac:cxnSpMk id="8" creationId="{0C85E24E-3D6D-E0D9-BB92-FD973E527082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10" creationId="{E5B3E11A-86FC-21AB-74D1-A40FD7F29FA0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15" creationId="{9A0490AD-D594-9B04-E057-066E8597120A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34" creationId="{9B902C7C-9E8E-774C-607E-500E3E04E9CB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38" creationId="{A8E8314E-64CC-F616-21C3-AEEBB5908974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39" creationId="{3E70EA81-75F8-5A7F-B03A-137EE73E243D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0" creationId="{B97B98D1-D16A-DF26-6FA1-27AD59634B7C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3" creationId="{2148A341-4F6A-8FE2-7DCD-54953F4BCE89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4" creationId="{D5BE3CEB-E5F4-86C1-860B-244C595DB366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5" creationId="{CADAF67B-F4F2-CDA1-5438-F814655ADBD1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8" creationId="{EB36BC7F-D186-4E1E-9AAA-61AFBB43D461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49" creationId="{78D0F803-C9DE-FC83-6BFF-1D64B771B208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50" creationId="{0F894CF1-CC9B-F3F7-93E7-3FC4B8B0D4D9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51" creationId="{CC540DBB-83D5-08B6-C835-B3F3C6F235FD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52" creationId="{091754F0-A3FE-6F59-3203-6E672C6A82A9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53" creationId="{308A3C29-D9AE-8162-DD30-E3A1C114FFC7}"/>
          </ac:cxnSpMkLst>
        </pc:cxnChg>
        <pc:cxnChg chg="mod">
          <ac:chgData name="Kevin Englehart" userId="60bfdd56-b43c-4fbd-a834-96ba8e0139fb" providerId="ADAL" clId="{B805EA5D-0E60-0346-AD51-7D66B68BB2E0}" dt="2024-03-04T20:10:58.918" v="1752" actId="1036"/>
          <ac:cxnSpMkLst>
            <pc:docMk/>
            <pc:sldMk cId="2156190604" sldId="285"/>
            <ac:cxnSpMk id="54" creationId="{9821225B-00EE-C95C-B58F-8E8F110E7AE1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66" creationId="{745EAF66-4954-A67D-1C45-6E258763EA18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67" creationId="{D5D86181-B967-A625-6391-BB2140C430CF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69" creationId="{B05553DF-5754-67EB-4DD6-D5539140B839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0" creationId="{69BB9914-57DD-65F8-5730-DDE263B4236F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1" creationId="{00589FEA-91E2-CA90-7073-BAFBDE3E7085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2" creationId="{3B8E1CC9-68DC-95AE-B0B6-EFF195EED778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3" creationId="{5B02F09B-9F9B-C695-FA08-95D6FD018FEB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4" creationId="{53755ADF-C50A-6E61-AA38-96352E41B2B3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5" creationId="{3E03C42A-6F55-7FC3-B74E-B3F78AD48CD1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7" creationId="{50B0C61E-B2A7-B5BB-F418-F7C8A93CAEBD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79" creationId="{EFD2BBA2-6603-C3D1-C1F8-05A4C49656A3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80" creationId="{B324CB2D-D937-29A5-AF99-C15AFCB53F6D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81" creationId="{50A79074-F883-1950-641F-3CBE9F19F3DD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82" creationId="{BC12AFD4-F556-104A-9AD3-35E0B8C31DB6}"/>
          </ac:cxnSpMkLst>
        </pc:cxnChg>
        <pc:cxnChg chg="mod">
          <ac:chgData name="Kevin Englehart" userId="60bfdd56-b43c-4fbd-a834-96ba8e0139fb" providerId="ADAL" clId="{B805EA5D-0E60-0346-AD51-7D66B68BB2E0}" dt="2024-03-04T20:11:37.350" v="1772" actId="1035"/>
          <ac:cxnSpMkLst>
            <pc:docMk/>
            <pc:sldMk cId="2156190604" sldId="285"/>
            <ac:cxnSpMk id="91" creationId="{2936DD54-EE26-DACF-8B1F-B8FBF40F4A3C}"/>
          </ac:cxnSpMkLst>
        </pc:cxnChg>
      </pc:sldChg>
      <pc:sldChg chg="addSp delSp modSp add mod">
        <pc:chgData name="Kevin Englehart" userId="60bfdd56-b43c-4fbd-a834-96ba8e0139fb" providerId="ADAL" clId="{B805EA5D-0E60-0346-AD51-7D66B68BB2E0}" dt="2024-03-04T20:17:42.379" v="1882" actId="478"/>
        <pc:sldMkLst>
          <pc:docMk/>
          <pc:sldMk cId="4124875643" sldId="286"/>
        </pc:sldMkLst>
        <pc:spChg chg="add mod">
          <ac:chgData name="Kevin Englehart" userId="60bfdd56-b43c-4fbd-a834-96ba8e0139fb" providerId="ADAL" clId="{B805EA5D-0E60-0346-AD51-7D66B68BB2E0}" dt="2024-03-04T20:15:59.599" v="1817" actId="207"/>
          <ac:spMkLst>
            <pc:docMk/>
            <pc:sldMk cId="4124875643" sldId="286"/>
            <ac:spMk id="9" creationId="{DE33EA4C-E668-58EA-E6A0-78BC132FCBC3}"/>
          </ac:spMkLst>
        </pc:spChg>
        <pc:spChg chg="add mod">
          <ac:chgData name="Kevin Englehart" userId="60bfdd56-b43c-4fbd-a834-96ba8e0139fb" providerId="ADAL" clId="{B805EA5D-0E60-0346-AD51-7D66B68BB2E0}" dt="2024-03-04T20:16:41.145" v="1868" actId="207"/>
          <ac:spMkLst>
            <pc:docMk/>
            <pc:sldMk cId="4124875643" sldId="286"/>
            <ac:spMk id="12" creationId="{EFE70396-BCB1-F3A3-81E0-AC998A774E26}"/>
          </ac:spMkLst>
        </pc:spChg>
        <pc:spChg chg="add mod">
          <ac:chgData name="Kevin Englehart" userId="60bfdd56-b43c-4fbd-a834-96ba8e0139fb" providerId="ADAL" clId="{B805EA5D-0E60-0346-AD51-7D66B68BB2E0}" dt="2024-03-04T20:17:03.283" v="1870" actId="1076"/>
          <ac:spMkLst>
            <pc:docMk/>
            <pc:sldMk cId="4124875643" sldId="286"/>
            <ac:spMk id="19" creationId="{0D4F26DE-A8E3-ADA5-173B-FF1FD8510D2F}"/>
          </ac:spMkLst>
        </pc:spChg>
        <pc:spChg chg="add mod">
          <ac:chgData name="Kevin Englehart" userId="60bfdd56-b43c-4fbd-a834-96ba8e0139fb" providerId="ADAL" clId="{B805EA5D-0E60-0346-AD51-7D66B68BB2E0}" dt="2024-03-04T20:17:39.308" v="1881" actId="1037"/>
          <ac:spMkLst>
            <pc:docMk/>
            <pc:sldMk cId="4124875643" sldId="286"/>
            <ac:spMk id="20" creationId="{66B74A55-B89E-40CC-C306-57F8C4079C73}"/>
          </ac:spMkLst>
        </pc:spChg>
        <pc:picChg chg="mod">
          <ac:chgData name="Kevin Englehart" userId="60bfdd56-b43c-4fbd-a834-96ba8e0139fb" providerId="ADAL" clId="{B805EA5D-0E60-0346-AD51-7D66B68BB2E0}" dt="2024-03-04T20:15:15.290" v="1801" actId="1076"/>
          <ac:picMkLst>
            <pc:docMk/>
            <pc:sldMk cId="4124875643" sldId="286"/>
            <ac:picMk id="2" creationId="{DE6B362E-B0B9-E746-0E03-18FA24A5F048}"/>
          </ac:picMkLst>
        </pc:picChg>
        <pc:cxnChg chg="add mod">
          <ac:chgData name="Kevin Englehart" userId="60bfdd56-b43c-4fbd-a834-96ba8e0139fb" providerId="ADAL" clId="{B805EA5D-0E60-0346-AD51-7D66B68BB2E0}" dt="2024-03-04T20:16:35.030" v="1867" actId="1036"/>
          <ac:cxnSpMkLst>
            <pc:docMk/>
            <pc:sldMk cId="4124875643" sldId="286"/>
            <ac:cxnSpMk id="13" creationId="{F585EC89-52DE-63C7-481F-CFB116D63D83}"/>
          </ac:cxnSpMkLst>
        </pc:cxnChg>
        <pc:cxnChg chg="add mod">
          <ac:chgData name="Kevin Englehart" userId="60bfdd56-b43c-4fbd-a834-96ba8e0139fb" providerId="ADAL" clId="{B805EA5D-0E60-0346-AD51-7D66B68BB2E0}" dt="2024-03-04T20:16:28.055" v="1866" actId="1035"/>
          <ac:cxnSpMkLst>
            <pc:docMk/>
            <pc:sldMk cId="4124875643" sldId="286"/>
            <ac:cxnSpMk id="16" creationId="{830F629A-1FF0-3AEB-BFBF-EE865817B266}"/>
          </ac:cxnSpMkLst>
        </pc:cxnChg>
        <pc:cxnChg chg="add del mod">
          <ac:chgData name="Kevin Englehart" userId="60bfdd56-b43c-4fbd-a834-96ba8e0139fb" providerId="ADAL" clId="{B805EA5D-0E60-0346-AD51-7D66B68BB2E0}" dt="2024-03-04T20:17:42.379" v="1882" actId="478"/>
          <ac:cxnSpMkLst>
            <pc:docMk/>
            <pc:sldMk cId="4124875643" sldId="286"/>
            <ac:cxnSpMk id="18" creationId="{C205E27F-3324-2408-8027-E6F6EB31F97C}"/>
          </ac:cxnSpMkLst>
        </pc:cxnChg>
        <pc:cxnChg chg="add mod">
          <ac:chgData name="Kevin Englehart" userId="60bfdd56-b43c-4fbd-a834-96ba8e0139fb" providerId="ADAL" clId="{B805EA5D-0E60-0346-AD51-7D66B68BB2E0}" dt="2024-03-04T20:17:03.283" v="1870" actId="1076"/>
          <ac:cxnSpMkLst>
            <pc:docMk/>
            <pc:sldMk cId="4124875643" sldId="286"/>
            <ac:cxnSpMk id="21" creationId="{F627881D-A579-8818-ADEA-A653976D57EA}"/>
          </ac:cxnSpMkLst>
        </pc:cxnChg>
        <pc:cxnChg chg="add mod">
          <ac:chgData name="Kevin Englehart" userId="60bfdd56-b43c-4fbd-a834-96ba8e0139fb" providerId="ADAL" clId="{B805EA5D-0E60-0346-AD51-7D66B68BB2E0}" dt="2024-03-04T20:17:39.308" v="1881" actId="1037"/>
          <ac:cxnSpMkLst>
            <pc:docMk/>
            <pc:sldMk cId="4124875643" sldId="286"/>
            <ac:cxnSpMk id="22" creationId="{1D1B13A3-D0E7-79DD-0105-AD2E120F95FE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49:42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24575,'83'-16'0,"-57"12"0,59-13 0,-67 15 0,-3 2 0,2-3 0,-4 3 0,-5 0 0,5 3 0,-4-2 0,21 6 0,0 3 0,20 5 0,-15-1 0,11 4 0,-17-9 0,1 2 0,-12-4 0,-11-5 0,0 3 0,-1-3 0,7 3 0,-5 0 0,9 1 0,12 6 0,-8-5 0,11 5 0,-13-6 0,13 7 0,-4-1 0,20 7 0,-5-5 0,-7-1 0,-10-6 0,-11-2 0,-7 2 0,1-4 0,1 4 0,1-4 0,-1 2 0,4 0 0,-5-2 0,1 1 0,0-1 0,3 2 0,-5-2 0,3 1 0,-6-1 0,0 0 0,0 1 0,-1-4 0,1 2 0,0 1 0,0-3 0,-3 4 0,9 2 0,-5 2 0,7 0 0,-5-1 0,-1-2 0,-2 0 0,-1-1 0,1 1 0,0 0 0,0 2 0,2 0 0,-2 0 0,4 2 0,-4-3 0,0 1 0,0-5 0,-3 4 0,5 0 0,-2 3 0,2-1 0,-2 1 0,0-4 0,0 2 0,0 0 0,-1-2 0,3 4 0,-1-2 0,1 1 0,-1 1 0,0-4 0,3 2 0,-6-3 0,3 1 0,-3-2 0,8 4 0,-3-1 0,6 2 0,9 15 0,-7-11 0,26 20 0,-20-18 0,26 20 0,-29-20 0,14 12 0,-5-7 0,-6-5 0,13 11 0,14 11 0,-13-11 0,13 7 0,6 3 0,-22-18 0,26 25 0,-2-10 0,-15-6 0,8 0 0,-25-15 0,0-4 0,2-3 0,-6 0 0,3-4 0,-5-4 0,22-2 0,-11 1 0,45 0 0,-13 0 0,7 0 0,28-19 0,-48 8 0,22-11 0,-30 9 0,0 4 0,1 5 0,22 0 0,3 7 0,14-3 0,1 5 0,-1 0 0,-14 0 0,-10 0 0,-17 8 0,-6-3 0,14 18 0,11 0 0,1 4 0,17 6 0,-3-4 0,-5-1 0,9 5 0,-11 7 0,-7-6 0,13 11 0,8 6 0,-9-8 0,-26-12 0,-2-2 0,24 12 0,-8-4 0,-8-6 0,-3-6 0,-18-7 0,8-8 0,-19-8 0,19-2 0,4 0 0,15-4 0,22-3 0,10-5 0,-37 6 0,-1 0 0,33-1 0,-25 3 0,0 2 0,36 2 0,-28 0 0,-1 0 0,20 0 0,-33 0 0,-4 0 0,5 0 0,18-13 0,-31 10 0,-10-13 0,-7 15 0,-8-2 0,7 6 0,-10-2 0,18 14 0,4 2 0,23 20 0,8 3 0,-20-16 0,4 1 0,5-1 0,4 2-622,25 13 0,4 1 622,-2-4 0,1 1 0,-19-4 0,1 3 0,0-2 0,-5-5 0,0-1 0,-1-1 0,-1 1 0,-2 0 0,2-1 0,1-1 0,1 0 0,-3-3 0,14 3 0,-2-3-364,11 1 0,0-3 364,-12-7 0,0-2 0,0 2 0,2-1 0,18-2 0,0-1 0,-25-3 0,1-1 0,-1-4 0,4-2 0,-5-2 0,0-6 0,-2-3 0,11-4 0,-2-7 0,-14-11 0,-7-5 0,-13 6 0,-3-1 0,1-3 0,-3 0 0,7-11 0,-14 13 1197,-4 8-1197,-2 8 775,6-6-775,-5 3 0,22-19 0,-19 18 0,36-14 0,-2 11 0,30-6 0,-41 13 0,-1 1 0,42-8 0,-9-8 0,-8 4 0,-33 9 0,19-9 0,-18 18 0,31-10 0,-30 15 0,24 1 0,-32 5 0,8 3 0,5 2 0,-19-2 0,2 4 0,2-3 0,-16 2 0,30 13 0,5 2 0,2 2 0,30 14 0,-49-22 0,54 24 0,-61-27 0,48 15 0,-45-19 0,32 8 0,-36-11 0,26 4 0,-34-5 0,28 5 0,4-5 0,10 5 0,5-3 0,-1 0 0,-27-2 0,12-4 0,5 0 0,29 6 0,-13-3 0,3 1 0,-12 1 0,0 2 0,-1 2 0,0 1 0,-7-3 0,-1-1 0,1 2 0,-1-3 0,37-5 0,-14-6 0,-19-4 0,-22 5 0,5-3 0,-10 7 0,33-9 0,-16 4 0,18-4 0,-1-6 0,-10 5 0,11-10 0,7 4 0,-16 1 0,8 0 0,-22 11 0,-14 1 0,-2 4 0,-12 0 0,0-2 0,-8 1 0,4 1 0,5 12 0,31 15 0,7 10 0,8-3 0,-17-9 0,-18-14 0,-12-8 0,-3 0 0,-3-3 0,5 0 0,2 0 0,11-4 0,9 3 0,-5-5 0,10 5 0,-12-2 0,14 3 0,-12 0 0,-3 0 0,-16 0 0,-7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49:56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1051 24575,'28'-16'0,"11"-4"0,8-10 0,8-1 0,-1-6 0,14-3 0,1-1 0,5 2 0,-7 0 0,6 4 0,-11 2 0,1 6 0,-20 9 0,5-2 0,-5 1 0,20-2 0,-17 6 0,16-1 0,-19 7 0,6-1 0,1 0 0,-18 2 0,13-1 0,-13-3 0,10 2 0,13-10 0,-17 6 0,31-7 0,-30 3 0,29-4 0,12 1 0,6 3 0,-30 8 0,0 1 0,41-3 0,0 0 0,-45 9 0,0-1 0,-3-4 0,1 0 0,47 0 0,-2-15 0,-44 15 0,15-7 0,-41 10 0,9-3 0,-9 1 0,-7 1 0,15-6 0,2-2 0,1 3 0,24-8 0,-14 16 0,19-12 0,-26 14 0,6-8 0,-20 1 0,16-2 0,-14 1 0,19-4 0,6 0 0,29-5 0,-5 2 0,-4 9 0,-1-8 0,-32 13 0,7-9 0,-28 11 0,7 0 0,-5 0 0,12 0 0,9 5 0,-3 0 0,3 6 0,-16 0 0,-11 0 0,17 8 0,-13-6 0,30 21 0,-22-13 0,19 19 0,-9 7 0,0 0 0,2 18 0,6 2 0,-12-27 0,3-1 0,34 29 0,14-13 0,-16-23 0,-16-16 0,-3-5 0,-21-7 0,-5-4 0,2 0 0,-8 2 0,51-1 0,-3 2 0,3-3 0,5 0 0,-12-1 0,0 2 0,18 1 0,1 1 0,-13-2 0,-1 0 0,0 2 0,-1 0 0,35 2 0,-13-4 0,-28 4 0,-1-5 0,-15 0 0,6 0 0,-12 0 0,19-5 0,-11-1 0,27-10 0,-18 9 0,3-7 0,-15 13 0,14-13 0,-9 7 0,18-18 0,0 2 0,4-16 0,0 10 0,11-6 0,-4 13 0,7-1 0,0 0 0,-10 1 0,2-12 0,0 3 0,2-4 0,-11 8 0,-15 12 0,-22 5 0,-10 6 0,-13 4 0,-3-2 0,8 2 0,1-5 0,14 0 0,2-2 0,14-2 0,22-13 0,-8 10 0,9-6 0,-30 11 0,-13 7 0,-7-5 0,-1 1 0,15-3 0,15 3 0,15-5 0,36 8 0,-8-4 0,-18 10 0,4 2 0,-13-1 0,0 2 0,8 5 0,2 0 0,2 1 0,-1-2 0,-18-2 0,0 0 0,8-1 0,-4 0 0,12 2 0,16 11 0,-15-3 0,12 9 0,-8-6 0,-22-6 0,-3-1 0,-7-6 0,1 4 0,22 9 0,-4 5 0,-9-5 0,9 3 0,-29-16 0,17 5 0,-21-6 0,-2-4 0,14 8 0,-2-1 0,27 6 0,-31-5 0,19 2 0,-6 1 0,0 4 0,44 15 0,-10 8 0,5-4 0,-28-11 0,0 0 0,22 9 0,-26-17 0,-1 0 0,22 10 0,-11-9 0,-6-9 0,8 10 0,16-14 0,-5 3 0,11-20 0,-27-2 0,-4-8 0,-15 2 0,-14 3 0,-2 1 0,1 0 0,-6 1 0,21-15 0,4-3 0,9-7 0,11 0 0,-20 13 0,2 1 0,-6 6 0,-5 1 0,-6 4 0,-12 3 0,-9 5 0,3-1 0,9 0 0,13-2 0,9-1 0,13-2 0,10 6 0,8-5 0,0 3 0,-23 1 0,-5-3 0,-30 6 0,5-1 0,-12 2 0,1 2 0,3 0 0,2 0 0,-1 0 0,3 0 0,-6 0 0,13 0 0,6 0 0,6 0 0,26 0 0,-2 5 0,28 7 0,-31-6 0,-3 2 0,14 7 0,27-9 0,-51 2 0,21-7 0,8 14 0,1-7 0,7 8 0,-7-9 0,-26-2 0,-3-5 0,-29 0 0,5 0 0,-9 2 0,1-2 0,13 7 0,-5-6 0,8 3 0,-16-2 0,-3-1 0,3 4 0,9-1 0,-6 2 0,22 2 0,-24-4 0,31 9 0,-27-8 0,10 6 0,-10-5 0,-8 1 0,7 0 0,12 6 0,-8-5 0,6 1 0,-17-6 0,-5-3 0,2 0 0,-2 0 0,5 0 0,-5 0 0,8 0 0,-5 2 0,16-2 0,-11 3 0,5-3 0,-11 0 0,0 0 0,-2 0 0,0 0 0,-3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50:06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1 685 24575,'9'0'0,"12"-4"0,-9 1 0,19-9 0,6-2 0,14-10 0,-6 8 0,15-14 0,-37 18 0,37-18 0,-8 5 0,-6 4 0,28-5 0,-42 17 0,37-12 0,-18 0 0,1 0 0,23-17 0,-34 18 0,8-3 0,-1 0 0,-12 4 0,45-14 0,-57 23 0,22-8 0,-32 11 0,4-1 0,-8 3 0,-1 2 0,4-2 0,8-5 0,2-2 0,25-7 0,3-6 0,7 3 0,20-11 0,-23 16 0,29-5 0,-45 16 0,8-2 0,-33 7 0,-3-1 0,-2 2 0,-1 0 0,1 0 0,5-3 0,7 2 0,27-1 0,12 2 0,29 0 0,-27 0 0,13 0 0,-37 3 0,3-2 0,-22 5 0,-6-5 0,-2 3 0,10 1 0,6 6 0,23 15 0,30 10 0,-36-13 0,0 2 0,5-3 0,0-2 0,30 15 0,-7-8 0,-26-9 0,-5-7 0,-29-1 0,31 24 0,-12-8 0,44 37 0,-39-32 0,29 23 0,-24-23 0,20 17 0,13 10 0,-8-3 0,-24-21 0,1-1 0,24 13 0,21 0 0,-17-11 0,-25-14 0,1-1 0,28 8 0,-1 5 0,5-9 0,-5 3 0,14 2 0,2-4 0,-42-12 0,1-1 0,4-3 0,-2-1 0,20 3 0,-16-3 0,1 2 0,31 14 0,-27-11 0,2 0 0,-8 0 0,-2-1 0,22 5 0,2-1 0,-23-10 0,-2 5 0,-18-14 0,-2-6 0,-15-1 0,37-14 0,-23 7 0,18-3 0,0-3 0,-11 8 0,7-13 0,-11 10 0,0-8 0,-5 10 0,-1-4 0,-8 7 0,8-7 0,4-6 0,2-3 0,-1-3 0,-3 11 0,-3-4 0,10 1 0,-16 8 0,16-11 0,-19 19 0,11-9 0,-14 14 0,-3 0 0,-2 3 0,3 0 0,2 0 0,4 0 0,14 0 0,11 0 0,1-4 0,18 3 0,-31-5 0,8 5 0,-14-2 0,-9 3 0,4 0 0,-10 0 0,-2 0 0,1 2 0,2-1 0,3 4 0,11-5 0,9 7 0,23 0 0,3 3 0,19 7 0,-25-3 0,2 3 0,2 2 0,2 1 0,9 1 0,0-1 0,-8 2 0,-2-2 0,-7-6 0,0-2 0,8 6 0,-2 1 0,30 5 0,-26-5 0,-2-1 0,3 5 0,8 3 0,-16-1 0,-4 1 0,8 1 0,-10-7 0,-15-7 0,-2-2 0,-5-2 0,-6-1 0,-3-4 0,-11-2 0,0 1 0,28 9 0,-9 0 0,36 4 0,3-2 0,-10-7 0,14-2 0,-26-5 0,13 0 0,10-5 0,15 4 0,9-10 0,-38 8 0,0-1 0,47-8 0,-47 6 0,0-1 0,0 1 0,0 0 0,47-6 0,-2 5 0,-23-3 0,-18 5 0,-25-2 0,-11 0 0,-10 0 0,3-1 0,1-3 0,34-18 0,-15 11 0,30-14 0,-13 12 0,-6 5 0,-3 2 0,-16 5 0,-6 0 0,-1-2 0,0 1 0,3-9 0,12 4 0,2-13 0,13 2 0,-2-1 0,-4 3 0,-12 13 0,-5 0 0,-15 9 0,4-2 0,-5 1 0,1 1 0,-3-1 0,20 2 0,-4 0 0,46 0 0,7 6 0,15-5 0,-39 4 0,-1 1 0,32 1 0,-9-1 0,-17 3 0,-3 2 0,-9 4 0,4 0 0,-1 4 0,30 10 0,1-4 0,-18-4 0,4 1 0,-5-6 0,2 0 0,9 4 0,2 0 0,-3-3 0,0-1 0,-2-2 0,-1-2 0,-8-4 0,-5-3 0,29 5 0,-26-9 0,-31 4 0,-15-5 0,-4 0 0,4 0 0,4 0 0,17 0 0,4 0 0,13 0 0,22 0 0,-2-6 0,-19 6 0,2-1 0,33-4 0,-34 2 0,0 1 0,32 0 0,-2-3 0,-23 1 0,-17 0 0,-8 0 0,-7 1 0,8-1 0,0 3 0,-11-2 0,2 0 0,-17 2 0,5-1 0,-6 2 0,1 0 0,1 0 0,-2 0 0,7 0 0,-4 0 0,8 0 0,-4 0 0,11 0 0,-9 0 0,23 0 0,-15 3 0,24-2 0,-19 3 0,-3-4 0,-15 0 0,-6 0 0,-1 0 0,1 0 0,0 0 0,-2-2 0,-1 1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50:11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24575,'24'12'0,"-12"-6"0,16 5 0,8 12 0,34 20 0,-23-15 0,4 2 0,19 9 0,3 0 0,-13-8 0,0-2 0,8 3 0,-1 0 0,-15-7 0,-3-1 0,-2 1 0,-4-1 0,14 14 0,-19-13 0,-26-11 0,-3-7 0,0 1 0,9 9 0,1-3 0,12 12 0,5 2 0,6 3 0,10 11 0,5 0 0,-16-11 0,12 8 0,-32-25 0,6 6 0,-1-6 0,16 14 0,-11-13 0,6 9 0,-19-18 0,-4 2 0,1-2 0,2 5 0,11 1 0,15 10 0,22 6 0,23 13 0,-3-10 0,-24-6 0,1-2 0,27 4 0,-17-3 0,0 1 0,-23-8 0,-1-1 0,15 6 0,0 0 0,-15-6 0,1-1 0,10 4 0,0-2 0,29 3 0,-37-6 0,-1 0 0,29 4 0,4 6 0,7-1 0,-2-4 0,-14-3 0,-15-10 0,-25-1 0,-16-5 0,-13-2 0,2-1 0,0-4 0,3 2 0,19-19 0,-10 12 0,29-22 0,3 3 0,3 0 0,11-8 0,-15 10 0,-5-1 0,-5-9 0,-2 3 0,4-10 0,6 4 0,13-2 0,-7 6 0,12-1 0,-15 14 0,5-5 0,-6 9 0,-7-2 0,-13 10 0,1 1 0,-1 0 0,13 2 0,-8-3 0,33-3 0,-6-5 0,28-4 0,-23-2 0,9 5 0,-37 8 0,30-12 0,-32 15 0,0-5 0,-17 13 0,-12 3 0,1 0 0,16 0 0,-7 0 0,28 0 0,-10 0 0,28 10 0,3-2 0,14 8 0,7-4 0,-5 5 0,-2 0 0,-1 6 0,-20 3 0,17-2 0,-17 6 0,20-1 0,-30-8 0,2 0 0,-2-2 0,2 0 0,22 7 0,1-1 0,-22-8 0,-2-1 0,1 0 0,-2-1 0,21 1 0,-34-8 0,-2 0 0,-21-5 0,-5 1 0,12 4 0,2 0 0,11 0 0,-7-1 0,5-3 0,2 4 0,1 1 0,11-4 0,-22-1 0,0-4 0,-3 0 0,2 0 0,32 0 0,-2 0 0,19 0 0,22 0 0,-15-5 0,16 3 0,-8-14 0,-25 14 0,8-9 0,-13 6 0,8 4 0,9-4 0,0 5 0,-8 0 0,-17-4 0,-8 0 0,-7-5 0,7 0 0,-5 0 0,-2 1 0,12-6 0,-2 4 0,7-5 0,-14 9 0,-12 3 0,-17 3 0,3-3 0,-4 3 0,18-2 0,-7 2 0,42 0 0,-21 0 0,25 9 0,-15-3 0,1 8 0,7 2 0,-20-7 0,23 11 0,-16 0 0,8-3 0,16 13 0,-21-13 0,44 17 0,-34-12 0,21 1 0,-15-3 0,-3-8 0,20 5 0,-13-6 0,5 0 0,-14-1 0,-15-4 0,-17-2 0,-13-4 0,-6 0 0,35 0 0,0 0 0,45-5 0,-26 4 0,17-5 0,-20 6 0,15 0 0,1 0 0,-20 0 0,1 0 0,33 0 0,8 0 0,-40 0 0,-15 0 0,0 0 0,-16 0 0,41 0 0,-22 0 0,29 0 0,-31 0 0,-13 0 0,-18 0 0,-4 0 0,0-2 0,11-2 0,-2-2 0,16-2 0,2 4 0,2 0 0,19 4 0,3 0 0,2-4 0,18 3 0,-32-8 0,16 8 0,-20-7 0,-6 7 0,-8-3 0,-10 4 0,10 0 0,-10 0 0,13 0 0,-16 0 0,-1-2 0,-1 1 0,1-1 0,-4 2 0,8 0 0,-8 0 0,4 0 0,-5 0 0,-1 0 0,5 0 0,-1 0 0,13 0 0,2 0 0,7 4 0,21 7 0,-16-1 0,16 1 0,-21-7 0,7-4 0,-6 4 0,-1-3 0,-9 2 0,-6-3 0,-7 0 0,1 0 0,-6 0 0,21 0 0,-4 0 0,38 0 0,-9 0 0,13 0 0,-3 5 0,-18-4 0,9 4 0,-31-5 0,2 0 0,-18 0 0,4 0 0,10 0 0,13 0 0,9 0 0,0-4 0,5-1 0,-20 0 0,11-3 0,-12 7 0,-8-3 0,-4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5T19:19:23.33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1,'16'0,"4"0,-11 0,2 0,-1 2,16 3,-12 0,48 6,-40-5,54 11,-28-2,5-2,2 6,-25-13,1 6,1-3,-1 3,13-1,22 15,11-7,-6 5,2-3,-40-14,-5 4,-18-8,0 0,0 1,18 6,-2-2,16 6,-14-7,-2 1,-11-5,3 3,4 2,6 1,14 9,10-2,1 0,20 6,-26-11,3 3,-17-6,-5 4,14 3,2 4,22 3,11 1,-13-6,7 4,-41-12,3 4,-18-8,3 1,11 11,1-7,19 14,2-3,32 9,-18-2,16 1,-30-9,0 5,8 3,1-1,0 0,-1-2,-8-3,-14-3,11 4,-4-7,30 23,19-6,-19 1,-20-16,-1 0,13 10,-9-6,-1 1,10 6,-9-5,1 1,26 18,-38-21,3 1,7 8,0 0,32 13,-3 5,-37-25,-1 1,-3 5,-3 1,28 9,-18-1,0 0,21 6,-28-13,2 0,1 0,1-1,3-2,0 0,2 4,0-1,4 1,-1 0,-6-4,-3 0,25 19,11 5,0-2,-27-12,1 0,-12-12,0 0,16 17,0 1,23 8,-32-20,-1-1,21 14,-29-22,-15-3,-5-3,20 17,2 4,25 19,-5-10,-7-3,17 2,-38-22,36 20,-39-21,21 15,0 4,1-7,9 14,-6-17,-17 3,-5-8,1 0,11 14,-3-8,0 1,10 10,-8-9,0-1,7 4,12 9,10 6,-26-15,1-6,-11-4,-19-16,15 15,-22-17,24 18,-18-14,24 20,9-3,6 14,-7-13,4 3,-9-5,22 15,-16-13,0-1,25 19,-30-23,0-2,9 6,-11-1,3 0,-11-7,11 1,-11-1,-7-10,-10 3,-9-9,-4 0,5 3,-4-3,-3-1,0-5,1 5,-1-4,7 8,-5-6,15 9,1 4,-1-5,11 9,-22-13,12 5,-10-2,0-1,3 1,-10-4,10 1,-12-4,7 1,-5-2,0 1,-1-2,4 2,-4-2,10 6,-8-4,9 7,13 12,-8-8,34 20,-18-13,35 18,-18-9,11 8,-15-10,15 10,-12-12,13 10,-10-10,-5-2,-1-1,-17-8,-9-3,0 1,2 0,7 3,0-1,-11-2,8 1,-1 0,-1-1,10 0,-23-7,22 10,-6 2,26 7,-21-6,32 7,-14 3,22 6,-9-2,-18-10,-9-6,-7-6,-7 2,-6-8,-8 1,-6-3,1-2,-1 1,2-1,0 2,0 0,11 5,3 2,-3 0,11 4,4-2,17 11,0-3,19 11,-10-6,14 8,-15-7,10 5,-9-6,-11-4,10 2,-46-18,24 6,-15-6,-2 0,2 0,-15-1,23 6,-17-6,46 15,-32-13,57 15,-22-6,6 1,1 4,-33-12,19 5,-27-7,-3-3,-16-2,-6-3,6 0,2 0,27-5,-1-1,27 0,-6-3,0 7,6-3,-20 5,-4 0,-22 0,-9 0,-6 0,0 0,2 0,1 0,-1 0,0 0,-2 0,3 0,-3 0,2 0,0 0,5 3,-3-2,4 4,-7-5,1 2,-2-2,2 0,5 0,-1 0,6 0,13 0,-8 0,19 0,-14 0,1 0,-2 0,0 0,-9 0,4-2,-13 2,-1-2,-2 2,2 0,1 0,0 0,1 2,-1-2,20 7,-2-6,23 8,-12-8,5 4,-14-2,-8-3,-9 3,-8-1,1-1,1 1,1-2,1 0,-2 0,0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9:25:01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24575,'5'0'0,"-2"-2"0,1 1 0,1-1 0,1 2 0,1 0 0,0 0 0,-2 0 0,9 3 0,-2-2 0,7 4 0,0-1 0,0-1 0,0 3 0,-4-4 0,-2 2 0,-3 0 0,0-3 0,0 1 0,-2 0 0,1-2 0,-3 3 0,1-1 0,-2-2 0,2 5 0,1-3 0,2 1 0,-3 1 0,3-1 0,-7 2 0,17 5 0,-12-3 0,25 9 0,-9-4 0,18 11 0,-12-6 0,-1 0 0,-11-8 0,-7-2 0,0-1 0,-4 1 0,-2-4 0,-2 1 0,18 10 0,-12-4 0,14 10 0,-13-13 0,7 10 0,-7-8 0,7 6 0,-8-2 0,2 0 0,2 6 0,5 3 0,-7-7 0,7 6 0,-9-6 0,3 0 0,-4-1 0,0-4 0,0 4 0,0-4 0,3 4 0,-1-4 0,-2 0 0,1 0 0,-3-1 0,3 1 0,-4-2 0,5 1 0,-5-1 0,3 2 0,-1 0 0,8 7 0,4 2 0,0 0 0,5 5 0,-14-12 0,4 5 0,-7-7 0,1-1 0,9 9 0,2 1 0,0-1 0,6 7 0,-6-6 0,1 4 0,-2-5 0,-7-7 0,-3-3 0,-1-4 0,-2 1 0,0 2 0,0 1 0,2 0 0,0 1 0,3-4 0,0 5 0,0-3 0,0 1 0,0 1 0,0-1 0,0 2 0,0-3 0,0 0 0,0-2 0,0 2 0,3-1 0,2 2 0,4-2 0,14 7 0,-3 0 0,12 2 0,-14-4 0,5-2 0,-5 2 0,-4-5 0,1 5 0,-10-8 0,4 0 0,14 9 0,-3-6 0,12 4 0,-18-6 0,-3-4 0,-13 0 0,-1 0 0,-2 0 0,2 0 0,1 0 0,2 0 0,11-4 0,-4 1 0,9-2 0,0-2 0,-6 4 0,6-2 0,-7-1 0,7 6 0,2-3 0,14-2 0,-5 4 0,20-3 0,3 4 0,10 0 0,4 0 0,1 0 0,-13 0 0,-10 0 0,-23 0 0,-18 0 0,-6 2 0,13 2 0,2-1 0,15 5 0,-7-7 0,5 7 0,-12-4 0,1 0 0,3 3 0,-9-6 0,10 5 0,-11-5 0,18 6 0,-8-6 0,25 9 0,-13-5 0,5 4 0,-18-2 0,-3-3 0,-13 1 0,-1-5 0,-2 2 0,0 1 0,0-3 0,0 4 0,0-3 0,-1 1 0,1 0 0,0 1 0,0 0 0,0 3 0,10 7 0,-4 3 0,13 9 0,-11-9 0,6 5 0,-9-10 0,-1 0 0,-4-4 0,3 4 0,-4 2 0,8 6 0,4 3 0,-2-3 0,-1-3 0,-5-5 0,-6-4 0,4 5 0,5 10 0,1 6 0,4-1 0,-4-1 0,-2-11 0,0 3 0,-2-3 0,1 0 0,0 2 0,0-2 0,0 0 0,0-1 0,-4-9 0,-3 2 0,1-5 0,-1 3 0,-2 0 0,7 2 0,2 12 0,2-6 0,3 12 0,-4-14 0,2 2 0,-3-3 0,-1 0 0,15 9 0,-4 1 0,6 0 0,-3-1 0,2 0 0,-2-4 0,6 3 0,-9-7 0,-4-2 0,-1 0 0,-6-2 0,5-2 0,0 4 0,20 4 0,-15-5 0,44 11 0,-19-6 0,10 0 0,17 2 0,-15-8 0,0 3 0,14-4 0,-37-4 0,6-2 0,-13 0 0,-14 0 0,0 0 0,-1-2 0,-5 2 0,3-5 0,-1 5 0,0-3 0,1 3 0,2-2 0,1 2 0,0-3 0,3 3 0,0 0 0,8 0 0,-5 0 0,15 0 0,-19 0 0,8 0 0,-7 3 0,-3 0 0,0 0 0,-4 2 0,-2-5 0,-2 5 0,1-5 0,-1 4 0,4-1 0,15 13 0,2-2 0,14 9 0,-16-11 0,-2-1 0,-14-7 0,1 4 0,0-1 0,1 1 0,2 1 0,0-1 0,-2-1 0,5 4 0,-7-5 0,8 4 0,-9-2 0,14 15 0,5 4 0,8 14 0,1-6 0,-5-2 0,-9-14 0,-1-2 0,-7-4 0,-1-2 0,10 17 0,-6-11 0,21 28 0,-11-12 0,11 8 0,0-1 0,-13-16 0,2 1 0,-15-11 0,1-1 0,0 2 0,2 4 0,18 30 0,1-6 0,0 7 0,4-6 0,-15-23 0,1 4 0,-4-8 0,-9-9 0,-1 1 0,-2-3 0,0 1 0,0 0 0,2 1 0,1 1 0,-1-1 0,3 1 0,-3-1 0,-1 0 0,3 1 0,4 6 0,-4-6 0,12 9 0,1-1 0,-4-6 0,19 17 0,-26-20 0,13 8 0,-19-13 0,2 1 0,-2-1 0,6 3 0,-4-1 0,25 7 0,-16-5 0,39 13 0,-24-11 0,40 7 0,-37-10 0,28 3 0,-40-7 0,7 4 0,-3-5 0,-14 1 0,9 0 0,-7-1 0,-5 1 0,2-2 0,-6 0 0,2 0 0,1 0 0,26 0 0,7 0 0,3 0 0,-7 2 0,-5-2 0,-13 3 0,10-3 0,25 5 0,-30-3 0,45 3 0,-32 0 0,-4-4 0,7 7 0,-28-5 0,28 6 0,-26-3 0,33 3 0,-21 2 0,9-4 0,-15 1 0,-9-6 0,-6 1 0,0-1 0,16 14 0,-6-10 0,10 11 0,-14-12 0,-1 2 0,-3-1 0,3 3 0,0-4 0,0 5 0,21 13 0,-15-5 0,19 9 0,-25-15 0,3-1 0,-4 0 0,-1 0 0,18 23 0,-5-5 0,16 19 0,-15-21 0,-2 1 0,-10-17 0,-1 2 0,-2-3 0,5 18 0,-2-9 0,10 28 0,-7-24 0,7 24 0,-7-24 0,1 10 0,-4-18 0,-2 10 0,2-13 0,-2 13 0,1-14 0,-2 3 0,5 7 0,-2-4 0,7 16 0,-4-13 0,-1 6 0,-3-11 0,-4-1 0,0-4 0,-2-3 0,1 3 0,1-3 0,-1 3 0,2-2 0,-3 1 0,3 3 0,2 2 0,1 1 0,0-1 0,0-4 0,-1 0 0,0-3 0,-1 3 0,0-3 0,-2 1 0,5-1 0,-5 0 0,5 1 0,-3-1 0,3 0 0,0 0 0,0-3 0,0 2 0,0-3 0,0 2 0,0 0 0,4 0 0,8 2 0,13 1 0,9 2 0,22 6 0,-19-5 0,25 6 0,-41-10 0,24 4 0,-33-5 0,19 3 0,-6 4 0,2-3 0,12 5 0,-5-10 0,15 4 0,-13-7 0,-8 3 0,-13-3 0,-10 2 0,0-1 0,3 3 0,-8-6 0,2 3 0,-5-1 0,-2-1 0,6 4 0,2-4 0,27 1 0,28 4 0,27-5 0,-33 2 0,0 0 0,-10 0 0,0 0 0,14-3 0,-4 1 0,5 4 0,-1-5 0,-52 0 0,-15 2 0,-4-1 0,3 3 0,-1-1 0,3 2 0,5 20 0,4-1 0,7 25 0,1-12 0,0-2 0,-5-13 0,-1-4 0,-5-10 0,0 3 0,-1-6 0,-5 0 0,10 13 0,-6-7 0,10 14 0,-4-11 0,1 12 0,1-5 0,2 19 0,-1-3 0,11 10 0,-13-4 0,6-17 0,-10-5 0,-4-13 0,-1-1 0,0-2 0,-1 2 0,5 0 0,-2 7 0,4-3 0,-1 14 0,0-1 0,6 11 0,6 7 0,-4-5 0,2-6 0,-12-10 0,-1-16 0,-3 4 0,3-4 0,2 9 0,2-3 0,2 7 0,-1-7 0,-3 3 0,-1-7 0,0 0 0,-2-2 0,2 6 0,16 12 0,5 8 0,1-6 0,-5-4 0,-13-14 0,3 1 0,2 1 0,5 0 0,7 2 0,-9-6 0,2 5 0,-10-10 0,-3 3 0,3-1 0,-1-2 0,13 6 0,3-5 0,11-1 0,7-1 0,-12-3 0,-3 4 0,-10 0 0,-4 0 0,27 5 0,-8-3 0,32-2 0,-26-2 0,5-3 0,-10 5 0,-13 0 0,7 3 0,-9 3 0,8 2 0,-5-1 0,5-3 0,-11-4 0,3 3 0,-7-1 0,-2 4 0,-2-3 0,-4 3 0,5 3 0,0 2 0,4 7 0,6 0 0,4 12 0,-1-6 0,5 8 0,-15-16 0,6 1 0,-2 0 0,-3-8 0,3 6 0,-10-10 0,-1-3 0,-1 1 0,2 1 0,6 0 0,-5 5 0,12 1 0,1 3 0,9 2 0,7-1 0,15 10 0,3-2 0,7 11 0,-9-7 0,-8-7 0,-19-8 0,1-4 0,-14-2 0,0 1 0,-1-1 0,1 0 0,0 0 0,7 1 0,4 1 0,13 1 0,-5-3 0,18 0 0,-4-5 0,1 0 0,-2 0 0,-17 3 0,-7-3 0,-5 5 0,0-4 0,-4 1 0,0 0 0,4 1 0,1 0 0,4 3 0,-4-5 0,-4 1 0,-1-2 0,9 4 0,-7-1 0,28 6 0,-15 2 0,32 6 0,-11 2 0,20 8 0,-13-5 0,5 0 0,-7-3 0,-6-8 0,-3 3 0,-14-4 0,-6-4 0,-8 1 0,-4-6 0,3 4 0,-2-2 0,3 0 0,-6 1 0,-1-3 0,0 1 0,5-2 0,-1 0 0,7 0 0,-3 0 0,-1 0 0,19 0 0,-8 0 0,18 4 0,-8-3 0,7 3 0,-5-4 0,20 0 0,-12 0 0,21 0 0,-6 0 0,1 0 0,4 0 0,-12 0 0,-1 0 0,-10-4 0,-14 3 0,-8-3 0,-9 4 0,-6 0 0,0 0 0,0 0 0,-5-5 0,2 4 0,-4-3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23:19:02.636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21 1 8027,'-12'0'0,"3"0"0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23:19:04.880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21 1 8027,'-11'0'0,"1"0"0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23:19:17.591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779 28 8027,'-39'-7'0,"2"2"0,7 4 0,-4 1 0,3 0 0,-7 0 0,3 0 0,2 0 0,-6 0 0,2 0 0,-2 0 0,3 0 0,-4 0 0,0 0 0,-3 0 0,-3 0 0,6 0 0,-5 0 0,2-7 0,-11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23:19:18.234"/>
    </inkml:context>
    <inkml:brush xml:id="br0">
      <inkml:brushProperty name="width" value="0.04286" units="cm"/>
      <inkml:brushProperty name="height" value="0.04286" units="cm"/>
      <inkml:brushProperty name="color" value="#E71224"/>
    </inkml:brush>
  </inkml:definitions>
  <inkml:trace contextRef="#ctx0" brushRef="#br0">21 42 8027,'-11'-3'0,"2"-1"0,9-3 0,0 0 0,0 0 0,0 1 0,0 2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23:19:59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24575,'3'7'0,"18"10"0,-14-11 0,14 10 0,-15-12 0,1 3 0,0-1 0,-1 4 0,5 6 0,2 4 0,7 15 0,12 32 0,-8-7 0,0 4 0,-2-3 0,1 2 0,6 18 0,1 1 0,-9-23 0,-1-2 0,2 6 0,-1-3 0,-2-12 0,-1-2 0,18 44 0,-12-39 0,-1-3 0,7 9 0,9 17 0,-33-56 0,4-6 0,-9-7 0,8 2 0,11 28 0,6-5 0,2 8 0,-7-11 0,-11-18 0,2 15 0,12 6 0,-6-7 0,20 28 0,-15-8 0,19 30 0,-10 19 0,-10-41 0,1 1 0,-1 6 0,-2-2 0,10 19 0,-1 9 0,-13-44 0,-7 7 0,12-2 0,-6 3 0,5 21 0,-3-22 0,-4 16 0,-4-30 0,1-1 0,2 21 0,-4-28 0,10 30 0,-1-17 0,15 13 0,-14-18 0,4-4 0,-19-19 0,4 5 0,-3-4 0,4 14 0,-1-11 0,1 5 0,-2-9 0,1-3 0,-1-4 0,1-3 0,0-3 0,2-1 0,11-15 0,31-2 0,15-5 0,16 11 0,-12 8 0,-23 7 0,-17 0 0,-14 0 0,-10-3 0,-3-1 0,3-6 0,7-2 0,2-2 0,3-1 0,-4 2 0,-1-1 0,0 1 0,13-19 0,-8 8 0,21-28 0,-19 23 0,8-10 0,-11 14 0,0-1 0,8-4 0,-7 9 0,2 0 0,-6 3 0,-3 6 0,5-12 0,-5 15 0,-3-5 0,-2 10 0,-5-2 0,5 2 0,-2-5 0,5 4 0,3-13 0,7 5 0,-5 0 0,22-13 0,-21 15 0,23-17 0,-14 5 0,-1 0 0,1-2 0,-9 6 0,-5 9 0,0 3 0,-7 1 0,3 5 0,1-8 0,3 2 0,-2-4 0,4 2 0,-8 2 0,9 0 0,-5-8 0,2 3 0,2-12 0,-5 9 0,5 2 0,-9 4 0,3 9 0,-5-6 0,5 2 0,-3-3 0,4 0 0,3-2 0,-3 4 0,3-1 0,-4 6 0,1 0 0,-3 3 0,1-2 0,15 27 0,-2-1 0,6 9 0,-9-2 0,-11-23 0,2 1 0,-5-6 0,2-2 0,0 2 0,1 1 0,2 0 0,-2-1 0,2 1 0,-2 0 0,2-4 0,-2 3 0,10 2 0,14 16 0,0-5 0,21 12 0,-29-18 0,7 5 0,-22-11 0,4 0 0,-6-1 0,4-3 0,-3 4 0,1 2 0,-1 2 0,5 17 0,8 14 0,-3 18 0,5 0 0,4 36 0,-7-19 0,-4-18 0,0 3 0,-4-9 0,-1-2 0,8 33 0,-7-7 0,-3-29 0,-5-11 0,0-10 0,6 6 0,-5-13 0,8 15 0,-8-15 0,3-4 0,-1-7 0,-3-2 0,3 0 0,3 17 0,7 15 0,8 21 0,2-10 0,-9-10 0,-4-25 0,-9-5 0,2-4 0,0 1 0,8 18 0,1 14 0,8 1 0,-9-3 0,0-25 0,-7-12 0,-2-7 0,-2-1 0,4-10 0,1 1 0,7-8 0,0 4 0,21-10 0,20 0 0,16-20 0,-2 0 0,-30 10 0,-5-5 0,-8 3 0,0-2 0,8-5 0,-2 0 0,9-30 0,-3 35 0,-21 19 0,-5 20 0,-4 0 0,1 5 0,-1-5 0,4 2 0,0-3 0,1 4 0,-2 0 0,-2 3 0,-3-3 0,2 2 0,-3-2 0,4 3 0,-1 0 0,1 0 0,8 0 0,-6 0 0,14 0 0,-14 0 0,6 0 0,-9 0 0,1 0 0,3 0 0,5 0 0,5 0 0,0 0 0,-1 0 0,-8 0 0,-2 0 0,-2 0 0,-1 0 0,9-4 0,-6 0 0,9-3 0,-11 0 0,6 0 0,-6 3 0,3-2 0,-3 6 0,2-6 0,-1 2 0,4-3 0,-5 1 0,3 2 0,-2 12 0,1 16 0,1 14 0,-3 19 0,-2-17 0,-2 0 0,-2-6 0,7-2 0,-2 15 0,5-9 0,-2-14 0,-2-10 0,-3-7 0,9 18 0,-4-8 0,3 12 0,-3-19 0,-5 8 0,6 9 0,9 40 0,3 7 0,-3-15 0,3 4 0,7 1 0,1 0 0,-3-4 0,-1-1 0,0-6 0,-2-3 0,3 17 0,-15-20 0,-1-9 0,-2-8 0,-5-14 0,-1-7 0,-3-2 0,0 0 0,0-1 0,0 4 0,5 15 0,3 17 0,9 8 0,-5-8 0,-1-22 0,-5-18 0,-2-9 0,5-2 0,14-21 0,6-7 0,13-24 0,0-3 0,-1-5 0,-15 24 0,-6 10 0,-15 28 0,-4 1 0,5-1 0,-2-3 0,3-9 0,15-15 0,3 1 0,3-2 0,-5 12 0,-12 12 0,-2 2 0,-2 5 0,2-2 0,17 0 0,6-4 0,55-11 0,-20 5 0,7-3 0,-39 12 0,-25 1 0,-3 5 0,-4-5 0,12 1 0,12-17 0,15-11 0,0 0 0,13-27 0,-12 19 0,15-24 0,-22 28 0,-9 22 0,-21 15 0,-6 18 0,0 37 0,0-6 0,-3 12 0,-2 7 0,-3-9 0,-2 1 0,-3 14 0,-1 0 0,1-8 0,0-6 0,-4 17 0,10-32 0,4-33 0,3-4 0,-3 1 0,3-2 0,0-1 0,0 1 0,0 18 0,0-11 0,7 69 0,2-21 0,2 2 0,2 3 0,3 9 0,11 11 0,-14-39 0,-1-19 0,-7-4 0,-5-19 0,0 1 0,6 27 0,2 8 0,3 2 0,-5-8 0,0-30 0,-2-3 0,3-3 0,2 0 0,-1 0 0,9 0 0,1 4 0,-1-6 0,-2 5 0,-6-12 0,2 2 0,21-19 0,14-12 0,-7 9 0,21-17 0,-37 31 0,5-9 0,-14 16 0,-13 2 0,4 5 0,-1-5 0,3 3 0,12-17 0,-4 2 0,14-9 0,-19 11 0,13 0 0,-18 8 0,10-3 0,-8 4 0,0 3 0,-4-2 0,6 3 0,-4-7 0,7 3 0,-1-3 0,7 2 0,-3 4 0,1-2 0,-7 5 0,-2-2 0,0 3 0,-1-3 0,29 2 0,16-9 0,11 3 0,-10-4 0,-18 1 0,-4-4 0,-11 4 0,3 2 0,-19 12 0,-3 11 0,0 15 0,0 47 0,0 10 0,0-26 0,0 1 0,0-9 0,0-2 0,0 6 0,0-3 0,0 21 0,6 11 0,-4-45 0,7-8 0,-9-19 0,3-10 0,0 3 0,-2-1 0,2 1 0,0 3 0,1 0 0,11 28 0,5 16 0,3 38 0,-8-27 0,-2 9 0,-12-51 0,4 2 0,-2-18 0,1-4 0,11-7 0,22-3 0,22-19 0,25-14 0,-26 9 0,-2-2 0,-44 26 0,3-1 0,-9 2 0,-2-1 0,5 0 0,-5 0 0,6 4 0,-4-3 0,4 2 0,0-6 0,9-2 0,1-3 0,-3 5 0,-5 0 0,-6 9 0,-2-2 0,-1 0 0,3 2 0,-2-2 0,11-4 0,2 1 0,0-3 0,-2 6 0,-8 0 0,27-11 0,-12 5 0,72-20 0,-36 9 0,31-3 0,-47 6 0,-20 14 0,-16 3 0,-6 45 0,0 28 0,7 14 0,-2-8 0,2-42 0,-3-19 0,-4-8 0,3 9 0,-2-4 0,3 3 0,-4-7 0,0-2 0,0-2 0,0 2 0,0-1 0,0 1 0,0-2 0,0 0 0,0 8 0,0 11 0,0 12 0,3-9 0,-2-4 0,2-15 0,-3 6 0,5 13 0,-4-9 0,10 23 0,-10-32 0,4 14 0,-5-19 0,3 1 0,-2 0 0,2-1 0,-3 1 0,0-1 0,3 1 0,-2 8 0,2-6 0,0 3 0,-3-6 0,6-3 0,-2 4 0,5 2 0,27 14 0,18-5 0,8 2 0,15-32 0,-24-11 0,-3-31 0,-20 22 0,-14-4 0,-9 26 0,-3 4 0,2-1 0,-6 0 0,6 3 0,-5-2 0,9-6 0,-2 1 0,4-8 0,1 5 0,-5-5 0,2 8 0,-3-1 0,0 14 0,-1 6 0,2 11 0,-1 1 0,10 25 0,1-5 0,4 7 0,-9-20 0,-3-12 0,-9-8 0,2-1 0,5 9 0,-1 12 0,4-4 0,-5 5 0,0-18 0,-5 0 0,5-3 0,-5 2 0,5 2 0,-6-1 0,6 0 0,-5-4 0,9 9 0,-5-3 0,4 4 0,-4-7 0,-1-2 0,0-1 0,2 9 0,-1 3 0,4 7 0,-5-5 0,3-7 0,-6-4 0,2-6 0,-3 7 0,3-3 0,3 31 0,9-6 0,15 14 0,-14-19 0,8-13 0,-23-7 0,2-1 0,0-2 0,0-1 0,4-3 0,0-3 0,-1-1 0,9-7 0,22-13 0,42-18 0,-2 3 0,12 1 0,-31 14 0,-29 13 0,-4-4 0,-19 11 0,-2-2 0,5 6 0,4-3 0,36-4 0,-6 0 0,24-6 0,-38 6 0,-4-4 0,-16 3 0,2-5 0,-1 2 0,-1 4 0,-5 7 0,-1 7 0,-3 0 0,0 41 0,-6-4 0,-2 35 0,0-29 0,2 4 0,6-26 0,0 8 0,0-16 0,0-5 0,0-5 0,0 0 0,0 0 0,0 0 0,0 0 0,0-4 0,3-2 0,-2 2 0,2-2 0,0 5 0,-2-1 0,4 4 0,-1-1 0,0 2 0,2-3 0,-2 8 0,3-6 0,1 12 0,-1-9 0,0 3 0,2 11 0,-1-15 0,1 11 0,-3-19 0,-2 1 0,2 0 0,-3-1 0,1 1 0,5 0 0,43 18 0,7-10 0,7-2 0,9-3 0,5-8 0,1-5 0,-3-1 0,0-2 0,-3-5 0,-7 0 0,-7 0 0,-26-1 0,-32 9 0,3 2 0,-5-5 0,8 3 0,-4-12 0,18-7 0,-9 1 0,3 0 0,-8 14 0,-6 4 0,4 0 0,0 3 0,-1-3 0,1 3 0,2 0 0,-1-3 0,4 2 0,14-13 0,-15 15 0,10-8 0,-21 32 0,0-11 0,-3 14 0,2 1 0,-2 13 0,3 8 0,0-3 0,0-12 0,0-9 0,4-1 0,-3-5 0,3-1 0,-4-9 0,0 0 0,3-3 0,-2-1 0,2 1 0,-1-1 0,-1 1 0,10 8 0,-2 2 0,4 8 0,34 42 0,-18-26 0,5 15 0,3 5 0,-6-19 0,0 0 0,3 17 0,0-1 0,22 13 0,-24-29 0,-21-38 0,-11-11 0,0 1 0,0-1 0,0-3 0,4-6 0,1-4 0,5-15 0,-2 15 0,16-27 0,-13 32 0,14-17 0,-10 4 0,-3 5 0,6-7 0,-10 11 0,1 9 0,-2 0 0,3 3 0,-3-3 0,15-10 0,1-6 0,3 0 0,7-7 0,-17 20 0,4-6 0,-10 15 0,-4 1 0,19-8 0,-5 1 0,28-21 0,0 0 0,-9 5 0,-4 7 0,-28 22 0,6 19 0,-4 20 0,17 28 0,-9-18 0,10 22 0,-12-43 0,3 24 0,-5-28 0,2 9 0,-3-16 0,-1-5 0,-7-5 0,2-6 0,-5 2 0,4-6 0,-4 6 0,2-2 0,3 2 0,3 9 0,17 16 0,5 11 0,19 23 0,-22-29 0,3 1 0,-27-36 0,2 1 0,0-5 0,5 3 0,8 0 0,1 4 0,0-3 0,-5 3 0,-5-7 0,-3 2 0,-1-5 0,27-38 0,-5 5 0,12-16 0,17-24 0,-25 44 0,25-38 0,-31 47 0,-9 6 0,-8 10 0,-8 3 0,8-2 0,0-7 0,1 4 0,17-25 0,5 9 0,4-9 0,-2 14 0,-18 12 0,-4 4 0,-1-3 0,2 3 0,-6-3 0,2 6 0,-5 1 0,5 9 0,14 20 0,6 11 0,-2 0 0,8 5 0,-21-21 0,11 9 0,-9-10 0,-1-1 0,-2-6 0,0 0 0,1-2 0,-4-2 0,0-5 0,-7 2 0,3-2 0,-2 2 0,24 16 0,6 4 0,3 1 0,-11-5 0,-17-19 0,-8 3 0,4-5 0,-1 2 0,0 0 0,2 1 0,-3-1 0,1 3 0,2-5 0,-2 5 0,10 16 0,-3-11 0,17 26 0,-15-30 0,4 6 0,-12-14 0,-1-8 0,0 8 0,-1-5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8:06:16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7T18:06:2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6T19:29:27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24575,'6'0'0,"-1"0"0,1 0 0,-1 0 0,1 0 0,-1 0 0,1 2 0,-1-1 0,1 1 0,-3 1 0,1-3 0,-1 3 0,1-1 0,0 1 0,-3 2 0,4-2 0,-5 2 0,5 1 0,-4 0 0,4 1 0,-5-1 0,5-1 0,-4 1 0,4-1 0,-5 0 0,3 1 0,-3-1 0,0 0 0,0 1 0,0-1 0,0 1 0,0 4 0,0-4 0,0 5 0,0-4 0,0-1 0,2 2 0,-1-2 0,4-1 0,-2 0 0,2 1 0,1-3 0,-1-1 0,-2-4 0,4-4 0,-3 0 0,4-2 0,-3 3 0,1 2 0,-3-2 0,2 4 0,-2-1 0,2 2 0,-2 2 0,2-1 0,-2 4 0,3 0 0,-1-1 0,-2 3 0,0-4 0,-3 2 0,2 1 0,-1-1 0,1 0 0,-2 1 0,0-1 0,0 0 0,0 1 0,0-1 0,0 1 0,0-1 0,-2 3 0,1 0 0,-1 1 0,2-2 0,0-1 0,0-1 0,0 1 0,2-3 0,-1 4 0,1-4 0,-2 8 0,0-3 0,0 0 0,0 3 0,0-5 0,0 1 0,0-1 0,0-1 0,3-2 0,0 2 0,2-2 0,-2 2 0,0 1 0,-3-1 0,2 0 0,1 6 0,3-5 0,-3 4 0,2-4 0,-5-1 0,5-2 0,-2 2 0,3-2 0,-3 2 0,1 1 0,-1-3 0,0 2 0,2-3 0,-4 6 0,1-2 0,-2 9 0,3-8 0,-3 20 0,3-16 0,-3 17 0,0-16 0,0 3 0,0 0 0,0-5 0,0 4 0,0-8 0,0 2 0,0-2 0,0-1 0,2-2 0,-1 2 0,4-2 0,-5 2 0,3 3 0,0 5 0,-2 3 0,2 13 0,-3-7 0,4 15 0,-3-15 0,3 3 0,-4-12 0,3-6 0,-2-1 0,3-3 0,-1 2 0,3-5 0,-3 5 0,2-5 0,0 5 0,19 11 0,-5-4 0,13 8 0,-16-11 0,-3-5 0,-7 1 0,-4-2 0,-2 2 0,0 0 0,0 7 0,-2-4 0,1 6 0,-1-1 0,-1 3 0,2 5 0,-2 0 0,0-5 0,3-3 0,-3-3 0,3-4 0,0 2 0,-2-3 0,1 3 0,-1-2 0,4-1 0,1 0 0,3-2 0,-1 0 0,1 4 0,-1-1 0,-2 5 0,2-2 0,-2 1 0,3-4 0,-3 2 0,-1-3 0,-2 0 0,3-2 0,-3 2 0,3-2 0,-1 0 0,-1 2 0,1-2 0,1 2 0,0 3 0,2 0 0,1 1 0,-3-1 0,1-3 0,-3 0 0,4 3 0,-2 1 0,0-1 0,2 0 0,-4-3 0,3-2 0,-1 2 0,0-2 0,2 2 0,-2 3 0,3-2 0,-3 9 0,2-8 0,-5 7 0,3 7 0,-3-7 0,0 7 0,0-11 0,2-4 0,-1 2 0,1-3 0,-2 1 0,3 6 0,1-5 0,-1 5 0,2-4 0,-4-2 0,1 2 0,-2-3 0,0 0 0,0 1 0,0-1 0,0 3 0,0-2 0,0 2 0,0 0 0,0 4 0,0-2 0,0 2 0,0-7 0,0 1 0,3-3 0,-3 2 0,5-2 0,-2 2 0,3 3 0,1-2 0,0 2 0,-2-3 0,0-2 0,-2-1 0,0 1 0,2 0 0,-2 2 0,0 0 0,2-2 0,-2 0 0,0-1 0,2 1 0,0 5 0,-1-2 0,1 2 0,-5-3 0,2 3 0,-1-2 0,4 4 0,-5 3 0,5-4 0,-4 6 0,4-7 0,-2 1 0,0 1 0,8 11 0,-9-7 0,9 9 0,-11-8 0,3-5 0,-3 2 0,0-7 0,2 1 0,-1-1 0,1 0 0,-2 1 0,0-1 0,0 3 0,0-2 0,3 4 0,-3-1 0,3 1 0,-3 6 0,0-4 0,0 0 0,0 3 0,0-5 0,4 17 0,-3-9 0,6 4 0,-4-12 0,5-5 0,5 2 0,-1-1 0,-2 3 0,-5-4 0,-5 1 0,-2-3 0,4-1 0,1-2 0,5 0 0,3 0 0,-2 0 0,-1 2 0,-3 4 0,0-2 0,2 12 0,19 22 0,-14-15 0,14 13 0,-15-34 0,-2 0 0,2-1 0,-3 1 0,-3-2 0,3 0 0,0 0 0,1 3 0,-1-3 0,-3 5 0,-2-2 0,8 17 0,-6-8 0,7 11 0,-9-15 0,2 0 0,-2 4 0,3-2 0,0 5 0,-1-7 0,1-2 0,-3-1 0,2-2 0,0 17 0,1-9 0,2 17 0,-3-16 0,2 1 0,0-6 0,2-1 0,-1-3 0,3-1 0,-5-2 0,2 0 0,-3 0 0,1 2 0,-3 1 0,-1 3 0,3 2 0,1-2 0,5 1 0,-2-4 0,-2 0 0,-1-3 0,-1 0 0,3 0 0,1 0 0,2 0 0,-5-3 0,1 3 0,-9-3 0,4 6 0,-7-3 0,7 5 0,-1-2 0,4 0 0,1-1 0,22-2 0,-10 3 0,19 1 0,-21 0 0,-3-1 0,-3-3 0,-6 3 0,3-3 0,-4 5 0,0-2 0,2 0 0,-2-1 0,3 1 0,-1 0 0,-2 2 0,2-2 0,11 19 0,-4-7 0,11 16 0,-11-14 0,-2-2 0,-2-7 0,0 2 0,5-3 0,-1 3 0,3-3 0,-4 3 0,-5-4 0,-1 2 0,-2-3 0,-3 1 0,8-6 0,18-8 0,2-1 0,19-7 0,-16 8 0,-7 0 0,-9 2 0,-9 1 0,2-1 0,-5 3 0,2-2 0,3 5 0,13 6 0,-7-2 0,9 8 0,-12-7 0,-2 1 0,-1-3 0,-1-1 0,6-2 0,-1 0 0,1-2 0,-2-1 0,-3-3 0,7 3 0,10-4 0,-7 4 0,10-5 0,-4-4 0,-6 4 0,10-1 0,4 2 0,-7 5 0,12-3 0,-16 5 0,-7 0 0,-2-7 0,-7 3 0,1-7 0,-3 6 0,2 2 0,-2-4 0,2 1 0,1 0 0,-1-2 0,3 5 0,1-2 0,2-1 0,-3-2 0,0 2 0,-3 1 0,1 0 0,-1 4 0,1-4 0,-1 5 0,-2-5 0,2 4 0,-2-1 0,5 0 0,5-2 0,-1-2 0,3 0 0,-4 1 0,-2 2 0,-1 0 0,0 3 0,0-2 0,1-1 0,1-3 0,3-3 0,-1 3 0,1-1 0,1 1 0,-6 3 0,6-1 0,-10-1 0,3 5 0,-4-3 0,3 3 0,-1 3 0,1-3 0,2 3 0,5 0 0,-1-2 0,0 4 0,-4-4 0,-2 1 0,-1-2 0,8 0 0,9-4 0,-5 0 0,3-1 0,-15 0 0,6 2 0,34-11 0,-10 8 0,13-8 0,-28 13 0,-17 1 0,2 1 0,0 4 0,-1-2 0,6 5 0,0-2 0,6 6 0,5-4 0,0 2 0,-5-7 0,4 3 0,-4-2 0,-2 0 0,1-1 0,-9-3 0,5 0 0,-5 0 0,1-2 0,1 1 0,-2-1 0,5 2 0,-3-3 0,3 3 0,-2-3 0,1 3 0,-4 0 0,9 0 0,-8 0 0,8 3 0,-9-3 0,2 3 0,-3-3 0,-2 2 0,2-1 0,-2 3 0,3-3 0,6 4 0,-2-1 0,41 11 0,-11 0 0,11 1 0,3 1 0,18 9 0,-1-4 0,-34-9 0,-30-14 0,-1 2 0,6-9 0,-2 6 0,5-6 0,-4 7 0,0-1 0,-3-1 0,0 2 0,-2-1 0,-1 2 0,3 2 0,-2-1 0,2 4 0,-2-5 0,-1 3 0,1-3 0,6 3 0,2-2 0,2 2 0,-3-3 0,-5-3 0,-3 3 0,8-3 0,9-1 0,0 3 0,3-4 0,-10 1 0,-4-2 0,0-5 0,-2 5 0,-4-2 0,0 8 0,-2-3 0,5 1 0,-2-1 0,2 0 0,-3-2 0,3 2 0,13-5 0,-7 2 0,9 2 0,-14 1 0,-1 3 0,-3 0 0,1 0 0,2 0 0,4 0 0,21 0 0,-1 0 0,15 0 0,-8 0 0,-9 3 0,-5-2 0,-12 2 0,-3-3 0,-4 0 0,2 0 0,-3 0 0,1 0 0,14 0 0,-4 0 0,13 0 0,-8 0 0,-1 0 0,9 4 0,10-3 0,-13 6 0,4-6 0,-24 1 0,5-2 0,-3 0 0,1 0 0,-4-2 0,0 1 0,-2-1 0,3 2 0,-1 0 0,-2-3 0,2 2 0,0-1 0,1 2 0,5 0 0,-5 0 0,2 0 0,-3-2 0,3 1 0,-2-1 0,5 2 0,-3-3 0,1 3 0,1-3 0,-4 3 0,2 0 0,-3 0 0,1 0 0,-3 2 0,2-1 0,-2 1 0,2 1 0,8 1 0,-6-1 0,5 0 0,-4-1 0,-2-1 0,2 1 0,-3-2 0,-2 2 0,0-1 0,-3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B02C2-D059-0043-8B20-7961D868023C}" type="datetimeFigureOut">
              <a:rPr lang="en-US" smtClean="0"/>
              <a:t>3/5/24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ADCD3-47A8-4C4A-9F27-FF2EBB26E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1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DCD3-47A8-4C4A-9F27-FF2EBB26E3E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41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ADCD3-47A8-4C4A-9F27-FF2EBB26E3E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8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30EB-CD12-E162-4A13-F5037E506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AEA8A-C494-84FD-A651-38B2211FA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13F94-E637-9B41-FD71-6521E304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366C9-3D37-B11E-227A-BB8736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F1E7-FA1E-F281-517E-173A64B1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4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7163-ACE8-2C5E-A8AD-FFC12A67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BEEB-778B-5501-A967-ED911C92F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5E0B-3B0F-7C50-46EA-89B3C610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EF48D-76A4-9AD9-9DAD-EE273EDE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3283-BB10-709D-BC55-F58F6479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7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7B93-449F-400B-16D4-047B72652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07EA6-EB80-F2FC-6651-DB3F4C67A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1E430-F65F-CE94-C3B9-1ACB3938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7CED7-985A-FFB8-A908-7CA983C2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F7D8A-52AB-75CB-3C1E-D0E24D5F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2E2C-B441-C406-2AE5-EDEEB188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F92C7-3DE5-3D5E-7A5C-1EA0098E0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DAE52-FEB1-3393-6820-13ABD7D6A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334C-21CB-6393-B44A-EB9CEC73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62C01-8C72-DB62-5DA2-EC39F848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FF442-6865-844F-63C2-6631751A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7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5DDE-2FC3-FAC3-285A-84ABF1F9E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2350E-CF1B-7B03-2788-64A3385F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DBD7-BFDC-16A1-5913-00A1FC963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7B2F7-A0DF-6041-5F3C-D2F53038D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701C1-8EE7-D176-8787-824C2ED9A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E71A4-CFB5-24FB-A309-0C8A7B36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EA2C96-34E4-3E2B-0658-6BCC28550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2764E-9936-AA21-878B-3C066C5C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2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A666-E9FF-B807-5AE8-12B38C5E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78F07-B7CA-4489-C35C-EB5322D9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A5A97-91D2-B43A-7451-94D641E1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02C80-03E3-A59C-EB36-E3ADE5CF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37E60-025D-2D3A-2992-D0B1B319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0A217-5097-58A5-50DF-3D09106D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C26EF-5FD7-947A-0C6D-D40165B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0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62CA-AB32-CDF0-5374-3A37DCA5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BB18-7CB3-43CE-699B-42CF6E851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8A6A9-2B36-AE49-AC37-680E98A63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1CBC-77CD-E9CD-FE4E-6E9B2366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29286-70C5-93C0-B72C-E0CA8F42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B9F9F-A9D5-2111-8609-DB466FE8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5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6F9A-4CEB-05AD-A5BA-B890DD00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88CE1-00C1-7C67-053B-BC0932480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DFBB-F467-EDC8-8E86-2F4C49C70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C6CFE-F25F-40FF-E99A-2CD889E5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0C958-B1FB-1FDA-9580-D532A6A1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BB6C3-96FA-87FE-B13F-4389364C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7A16-56B6-B271-FD6D-454AC8C0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9FAD7-8720-7ABA-AEEA-7217E2B69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B3769-B6A6-A905-C480-6EDFF6C4D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707D8-FD4A-59F7-1703-EFD2B228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1C913-6069-980F-DB04-87B49A2C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6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BAF3B-AC0A-4786-EC43-E51BEFBE5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5EBAA-193F-4F13-AB34-AFCFDF78B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B3E6C-3429-B9C2-9B8A-DC2C4274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58942-9633-8E7D-5F9F-A88D79BC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8C7D-7BEB-4C27-CA43-6E219ED4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6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CF46C-FF42-CC5D-D6EE-EE92F05B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EFC61-463C-154A-E967-2F2DD49E8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9B3DA-EDAB-121B-3897-1A53597E2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B0516-1A91-E245-AD7E-7AD513D72587}" type="datetimeFigureOut">
              <a:rPr lang="en-US" smtClean="0"/>
              <a:t>3/5/24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A5212-9E83-3A65-D0C3-0D8361D2C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EC4B-8EEC-A196-DCA4-C3E5C86FC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F6025-C451-E440-AD17-4900713C1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6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2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91.png"/><Relationship Id="rId3" Type="http://schemas.openxmlformats.org/officeDocument/2006/relationships/image" Target="../media/image120.png"/><Relationship Id="rId7" Type="http://schemas.openxmlformats.org/officeDocument/2006/relationships/image" Target="../media/image140.png"/><Relationship Id="rId12" Type="http://schemas.openxmlformats.org/officeDocument/2006/relationships/image" Target="../media/image18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170.png"/><Relationship Id="rId5" Type="http://schemas.openxmlformats.org/officeDocument/2006/relationships/image" Target="../media/image130.png"/><Relationship Id="rId10" Type="http://schemas.openxmlformats.org/officeDocument/2006/relationships/image" Target="../media/image160.png"/><Relationship Id="rId4" Type="http://schemas.openxmlformats.org/officeDocument/2006/relationships/customXml" Target="../ink/ink2.xml"/><Relationship Id="rId9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customXml" Target="../ink/ink9.xml"/><Relationship Id="rId18" Type="http://schemas.openxmlformats.org/officeDocument/2006/relationships/image" Target="../media/image27.png"/><Relationship Id="rId3" Type="http://schemas.openxmlformats.org/officeDocument/2006/relationships/customXml" Target="../ink/ink5.xml"/><Relationship Id="rId7" Type="http://schemas.openxmlformats.org/officeDocument/2006/relationships/customXml" Target="../ink/ink6.xml"/><Relationship Id="rId12" Type="http://schemas.openxmlformats.org/officeDocument/2006/relationships/customXml" Target="../ink/ink8.xml"/><Relationship Id="rId17" Type="http://schemas.openxmlformats.org/officeDocument/2006/relationships/customXml" Target="../ink/ink11.xml"/><Relationship Id="rId2" Type="http://schemas.openxmlformats.org/officeDocument/2006/relationships/image" Target="../media/image180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240.png"/><Relationship Id="rId5" Type="http://schemas.openxmlformats.org/officeDocument/2006/relationships/image" Target="../media/image200.png"/><Relationship Id="rId15" Type="http://schemas.openxmlformats.org/officeDocument/2006/relationships/customXml" Target="../ink/ink10.xml"/><Relationship Id="rId10" Type="http://schemas.openxmlformats.org/officeDocument/2006/relationships/customXml" Target="../ink/ink7.xml"/><Relationship Id="rId4" Type="http://schemas.openxmlformats.org/officeDocument/2006/relationships/image" Target="../media/image190.png"/><Relationship Id="rId9" Type="http://schemas.openxmlformats.org/officeDocument/2006/relationships/image" Target="../media/image230.png"/><Relationship Id="rId1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customXml" Target="../ink/ink14.xml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9" Type="http://schemas.openxmlformats.org/officeDocument/2006/relationships/image" Target="../media/image118.png"/><Relationship Id="rId21" Type="http://schemas.openxmlformats.org/officeDocument/2006/relationships/image" Target="../media/image99.png"/><Relationship Id="rId34" Type="http://schemas.openxmlformats.org/officeDocument/2006/relationships/image" Target="../media/image113.png"/><Relationship Id="rId42" Type="http://schemas.openxmlformats.org/officeDocument/2006/relationships/image" Target="../media/image122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29" Type="http://schemas.openxmlformats.org/officeDocument/2006/relationships/image" Target="../media/image107.png"/><Relationship Id="rId41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openxmlformats.org/officeDocument/2006/relationships/image" Target="../media/image102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40" Type="http://schemas.openxmlformats.org/officeDocument/2006/relationships/image" Target="../media/image11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36" Type="http://schemas.openxmlformats.org/officeDocument/2006/relationships/image" Target="../media/image115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Relationship Id="rId35" Type="http://schemas.openxmlformats.org/officeDocument/2006/relationships/image" Target="../media/image114.png"/><Relationship Id="rId43" Type="http://schemas.openxmlformats.org/officeDocument/2006/relationships/image" Target="../media/image123.png"/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2.png"/><Relationship Id="rId38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png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9" Type="http://schemas.openxmlformats.org/officeDocument/2006/relationships/image" Target="../media/image118.png"/><Relationship Id="rId21" Type="http://schemas.openxmlformats.org/officeDocument/2006/relationships/image" Target="../media/image99.png"/><Relationship Id="rId34" Type="http://schemas.openxmlformats.org/officeDocument/2006/relationships/image" Target="../media/image113.png"/><Relationship Id="rId42" Type="http://schemas.openxmlformats.org/officeDocument/2006/relationships/image" Target="../media/image122.png"/><Relationship Id="rId47" Type="http://schemas.openxmlformats.org/officeDocument/2006/relationships/image" Target="../media/image139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6" Type="http://schemas.openxmlformats.org/officeDocument/2006/relationships/image" Target="../media/image133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127.png"/><Relationship Id="rId24" Type="http://schemas.openxmlformats.org/officeDocument/2006/relationships/image" Target="../media/image102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40" Type="http://schemas.openxmlformats.org/officeDocument/2006/relationships/image" Target="../media/image119.png"/><Relationship Id="rId45" Type="http://schemas.openxmlformats.org/officeDocument/2006/relationships/image" Target="../media/image137.png"/><Relationship Id="rId5" Type="http://schemas.openxmlformats.org/officeDocument/2006/relationships/image" Target="../media/image83.png"/><Relationship Id="rId15" Type="http://schemas.openxmlformats.org/officeDocument/2006/relationships/image" Target="../media/image132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36" Type="http://schemas.openxmlformats.org/officeDocument/2006/relationships/image" Target="../media/image115.png"/><Relationship Id="rId10" Type="http://schemas.openxmlformats.org/officeDocument/2006/relationships/image" Target="../media/image126.pn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4" Type="http://schemas.openxmlformats.org/officeDocument/2006/relationships/image" Target="../media/image136.png"/><Relationship Id="rId4" Type="http://schemas.openxmlformats.org/officeDocument/2006/relationships/image" Target="../media/image82.png"/><Relationship Id="rId9" Type="http://schemas.openxmlformats.org/officeDocument/2006/relationships/image" Target="../media/image125.png"/><Relationship Id="rId14" Type="http://schemas.openxmlformats.org/officeDocument/2006/relationships/image" Target="../media/image131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Relationship Id="rId35" Type="http://schemas.openxmlformats.org/officeDocument/2006/relationships/image" Target="../media/image114.png"/><Relationship Id="rId43" Type="http://schemas.openxmlformats.org/officeDocument/2006/relationships/image" Target="../media/image123.png"/><Relationship Id="rId48" Type="http://schemas.openxmlformats.org/officeDocument/2006/relationships/image" Target="../media/image141.png"/><Relationship Id="rId8" Type="http://schemas.openxmlformats.org/officeDocument/2006/relationships/image" Target="../media/image124.png"/><Relationship Id="rId3" Type="http://schemas.openxmlformats.org/officeDocument/2006/relationships/image" Target="../media/image81.png"/><Relationship Id="rId12" Type="http://schemas.openxmlformats.org/officeDocument/2006/relationships/image" Target="../media/image128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2.png"/><Relationship Id="rId38" Type="http://schemas.openxmlformats.org/officeDocument/2006/relationships/image" Target="../media/image134.png"/><Relationship Id="rId46" Type="http://schemas.openxmlformats.org/officeDocument/2006/relationships/image" Target="../media/image138.png"/><Relationship Id="rId20" Type="http://schemas.openxmlformats.org/officeDocument/2006/relationships/image" Target="../media/image98.png"/><Relationship Id="rId41" Type="http://schemas.openxmlformats.org/officeDocument/2006/relationships/image" Target="../media/image1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image" Target="../media/image901.png"/><Relationship Id="rId3" Type="http://schemas.openxmlformats.org/officeDocument/2006/relationships/image" Target="../media/image801.png"/><Relationship Id="rId7" Type="http://schemas.openxmlformats.org/officeDocument/2006/relationships/image" Target="../media/image840.png"/><Relationship Id="rId12" Type="http://schemas.openxmlformats.org/officeDocument/2006/relationships/image" Target="../media/image89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0.png"/><Relationship Id="rId11" Type="http://schemas.openxmlformats.org/officeDocument/2006/relationships/image" Target="../media/image881.png"/><Relationship Id="rId5" Type="http://schemas.openxmlformats.org/officeDocument/2006/relationships/image" Target="../media/image820.png"/><Relationship Id="rId10" Type="http://schemas.openxmlformats.org/officeDocument/2006/relationships/image" Target="../media/image871.png"/><Relationship Id="rId4" Type="http://schemas.openxmlformats.org/officeDocument/2006/relationships/image" Target="../media/image811.png"/><Relationship Id="rId9" Type="http://schemas.openxmlformats.org/officeDocument/2006/relationships/image" Target="../media/image861.png"/><Relationship Id="rId14" Type="http://schemas.openxmlformats.org/officeDocument/2006/relationships/image" Target="../media/image9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0.png"/><Relationship Id="rId4" Type="http://schemas.openxmlformats.org/officeDocument/2006/relationships/image" Target="../media/image8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870.png"/><Relationship Id="rId7" Type="http://schemas.openxmlformats.org/officeDocument/2006/relationships/image" Target="../media/image90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10.png"/><Relationship Id="rId4" Type="http://schemas.openxmlformats.org/officeDocument/2006/relationships/image" Target="../media/image8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2B2E2A-6AB1-D708-5D53-FC274C7F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390129" y="4250317"/>
            <a:ext cx="5092700" cy="11346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CADA2A-52B9-BC1E-DD8A-57A77F1B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003300" y="2813883"/>
            <a:ext cx="5092700" cy="11346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29CF1E-D2F9-37CE-EE74-11B479E30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54613" y="1403368"/>
            <a:ext cx="5092700" cy="113467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C628D5-4EAE-59C2-BCB6-919BE334D8EE}"/>
              </a:ext>
            </a:extLst>
          </p:cNvPr>
          <p:cNvCxnSpPr>
            <a:cxnSpLocks/>
          </p:cNvCxnSpPr>
          <p:nvPr/>
        </p:nvCxnSpPr>
        <p:spPr>
          <a:xfrm flipV="1">
            <a:off x="1776959" y="1254708"/>
            <a:ext cx="0" cy="4326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6651A1-54FA-6654-B9B5-7F2E3FD0851E}"/>
              </a:ext>
            </a:extLst>
          </p:cNvPr>
          <p:cNvCxnSpPr/>
          <p:nvPr/>
        </p:nvCxnSpPr>
        <p:spPr>
          <a:xfrm>
            <a:off x="1776959" y="1986455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1DC0AE-78B6-078D-87EA-59AB010DE5D4}"/>
              </a:ext>
            </a:extLst>
          </p:cNvPr>
          <p:cNvCxnSpPr/>
          <p:nvPr/>
        </p:nvCxnSpPr>
        <p:spPr>
          <a:xfrm>
            <a:off x="1776959" y="3429000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BD838B-B3A5-11CB-09C4-0E1BD763207A}"/>
              </a:ext>
            </a:extLst>
          </p:cNvPr>
          <p:cNvCxnSpPr/>
          <p:nvPr/>
        </p:nvCxnSpPr>
        <p:spPr>
          <a:xfrm>
            <a:off x="1776959" y="4882055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6ED7B6-1F51-AC23-9F7B-840D80FFC555}"/>
              </a:ext>
            </a:extLst>
          </p:cNvPr>
          <p:cNvSpPr txBox="1"/>
          <p:nvPr/>
        </p:nvSpPr>
        <p:spPr>
          <a:xfrm>
            <a:off x="1145643" y="1791279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</a:t>
            </a:r>
            <a:r>
              <a:rPr lang="en-US" i="1" baseline="-25000"/>
              <a:t>1</a:t>
            </a:r>
            <a:r>
              <a:rPr lang="en-US" i="1"/>
              <a:t>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724C9-3CD9-1C28-92C5-3EA70DCE22CF}"/>
              </a:ext>
            </a:extLst>
          </p:cNvPr>
          <p:cNvSpPr txBox="1"/>
          <p:nvPr/>
        </p:nvSpPr>
        <p:spPr>
          <a:xfrm>
            <a:off x="1145643" y="3233184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</a:t>
            </a:r>
            <a:r>
              <a:rPr lang="en-US" i="1" baseline="-25000"/>
              <a:t>2</a:t>
            </a:r>
            <a:r>
              <a:rPr lang="en-US" i="1"/>
              <a:t>(t)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411AC-ABC8-910C-5641-F4F1353FCCBC}"/>
              </a:ext>
            </a:extLst>
          </p:cNvPr>
          <p:cNvSpPr txBox="1"/>
          <p:nvPr/>
        </p:nvSpPr>
        <p:spPr>
          <a:xfrm>
            <a:off x="1145643" y="4675089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</a:t>
            </a:r>
            <a:r>
              <a:rPr lang="en-US" i="1" baseline="-25000"/>
              <a:t>3</a:t>
            </a:r>
            <a:r>
              <a:rPr lang="en-US" i="1"/>
              <a:t>(t)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E9EC4-F326-A405-4B01-5F78040ACADA}"/>
              </a:ext>
            </a:extLst>
          </p:cNvPr>
          <p:cNvSpPr txBox="1"/>
          <p:nvPr/>
        </p:nvSpPr>
        <p:spPr>
          <a:xfrm>
            <a:off x="6096000" y="1786041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164AFD-CDE3-FDA0-4BA9-B880C7C419F3}"/>
              </a:ext>
            </a:extLst>
          </p:cNvPr>
          <p:cNvSpPr txBox="1"/>
          <p:nvPr/>
        </p:nvSpPr>
        <p:spPr>
          <a:xfrm>
            <a:off x="6057167" y="3196556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9F280-838E-3DAD-28A8-233BD67527DA}"/>
              </a:ext>
            </a:extLst>
          </p:cNvPr>
          <p:cNvSpPr txBox="1"/>
          <p:nvPr/>
        </p:nvSpPr>
        <p:spPr>
          <a:xfrm>
            <a:off x="6096000" y="4675089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FD4C7-A000-93EE-F3C8-8311859EFBBF}"/>
              </a:ext>
            </a:extLst>
          </p:cNvPr>
          <p:cNvSpPr txBox="1"/>
          <p:nvPr/>
        </p:nvSpPr>
        <p:spPr>
          <a:xfrm>
            <a:off x="1776959" y="1004873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ϴ</a:t>
            </a:r>
            <a:r>
              <a:rPr lang="en-US" i="1" baseline="-25000"/>
              <a:t>1</a:t>
            </a:r>
            <a:r>
              <a:rPr lang="en-US" i="1"/>
              <a:t>(t)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653F4B-D1F5-90C6-FBBC-D46B96FFD469}"/>
              </a:ext>
            </a:extLst>
          </p:cNvPr>
          <p:cNvCxnSpPr/>
          <p:nvPr/>
        </p:nvCxnSpPr>
        <p:spPr>
          <a:xfrm>
            <a:off x="1776959" y="1415725"/>
            <a:ext cx="425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C311E0F-C4A1-4921-3DFD-05EBDDBA5744}"/>
              </a:ext>
            </a:extLst>
          </p:cNvPr>
          <p:cNvSpPr txBox="1"/>
          <p:nvPr/>
        </p:nvSpPr>
        <p:spPr>
          <a:xfrm>
            <a:off x="1760896" y="2473353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ϴ</a:t>
            </a:r>
            <a:r>
              <a:rPr lang="en-US" i="1" baseline="-25000"/>
              <a:t>2</a:t>
            </a:r>
            <a:r>
              <a:rPr lang="en-US" i="1"/>
              <a:t>(t)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DEC0C7-935E-563E-BABC-106CC9A5B555}"/>
              </a:ext>
            </a:extLst>
          </p:cNvPr>
          <p:cNvCxnSpPr>
            <a:cxnSpLocks/>
          </p:cNvCxnSpPr>
          <p:nvPr/>
        </p:nvCxnSpPr>
        <p:spPr>
          <a:xfrm>
            <a:off x="1784136" y="2842685"/>
            <a:ext cx="563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7D15922-595F-7D05-64CE-3A5634453D35}"/>
              </a:ext>
            </a:extLst>
          </p:cNvPr>
          <p:cNvSpPr txBox="1"/>
          <p:nvPr/>
        </p:nvSpPr>
        <p:spPr>
          <a:xfrm>
            <a:off x="1760896" y="3914461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ϴ</a:t>
            </a:r>
            <a:r>
              <a:rPr lang="en-US" i="1" baseline="-25000"/>
              <a:t>3</a:t>
            </a:r>
            <a:r>
              <a:rPr lang="en-US" i="1"/>
              <a:t>(t)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66E6C6-E903-1982-97D1-88C64404328C}"/>
              </a:ext>
            </a:extLst>
          </p:cNvPr>
          <p:cNvCxnSpPr>
            <a:cxnSpLocks/>
          </p:cNvCxnSpPr>
          <p:nvPr/>
        </p:nvCxnSpPr>
        <p:spPr>
          <a:xfrm>
            <a:off x="1784136" y="4276186"/>
            <a:ext cx="9714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D896FF-145E-5309-8440-A74199F79621}"/>
              </a:ext>
            </a:extLst>
          </p:cNvPr>
          <p:cNvCxnSpPr/>
          <p:nvPr/>
        </p:nvCxnSpPr>
        <p:spPr>
          <a:xfrm flipV="1">
            <a:off x="7895968" y="2155373"/>
            <a:ext cx="0" cy="1273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51DC9B-A08C-8BFF-60F0-8C7C7CBC519C}"/>
              </a:ext>
            </a:extLst>
          </p:cNvPr>
          <p:cNvCxnSpPr/>
          <p:nvPr/>
        </p:nvCxnSpPr>
        <p:spPr>
          <a:xfrm>
            <a:off x="7735330" y="3233184"/>
            <a:ext cx="24589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91EB3D-E655-DE30-D60B-040BA678F38C}"/>
              </a:ext>
            </a:extLst>
          </p:cNvPr>
          <p:cNvCxnSpPr/>
          <p:nvPr/>
        </p:nvCxnSpPr>
        <p:spPr>
          <a:xfrm>
            <a:off x="7895968" y="2694039"/>
            <a:ext cx="14840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8CA883-24FA-D155-1162-67B2C17A72BF}"/>
              </a:ext>
            </a:extLst>
          </p:cNvPr>
          <p:cNvCxnSpPr/>
          <p:nvPr/>
        </p:nvCxnSpPr>
        <p:spPr>
          <a:xfrm>
            <a:off x="9379974" y="2684206"/>
            <a:ext cx="0" cy="5489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81756F-7F44-9BEC-9EFA-F4FDADCF79AB}"/>
                  </a:ext>
                </a:extLst>
              </p:cNvPr>
              <p:cNvSpPr txBox="1"/>
              <p:nvPr/>
            </p:nvSpPr>
            <p:spPr>
              <a:xfrm>
                <a:off x="9159245" y="3259394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/>
                  <a:t>2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81756F-7F44-9BEC-9EFA-F4FDADCF7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245" y="3259394"/>
                <a:ext cx="851324" cy="369332"/>
              </a:xfrm>
              <a:prstGeom prst="rect">
                <a:avLst/>
              </a:prstGeom>
              <a:blipFill>
                <a:blip r:embed="rId3"/>
                <a:stretch>
                  <a:fillRect l="-647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A94C8AA-8487-B33A-3F5C-68F558098C6E}"/>
                  </a:ext>
                </a:extLst>
              </p:cNvPr>
              <p:cNvSpPr txBox="1"/>
              <p:nvPr/>
            </p:nvSpPr>
            <p:spPr>
              <a:xfrm>
                <a:off x="9929300" y="3048518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A94C8AA-8487-B33A-3F5C-68F558098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300" y="3048518"/>
                <a:ext cx="8513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3CC859-FD62-7450-9C98-827A09CD58DF}"/>
                  </a:ext>
                </a:extLst>
              </p:cNvPr>
              <p:cNvSpPr txBox="1"/>
              <p:nvPr/>
            </p:nvSpPr>
            <p:spPr>
              <a:xfrm>
                <a:off x="7181165" y="1865552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3CC859-FD62-7450-9C98-827A09CD5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165" y="1865552"/>
                <a:ext cx="851324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CD69A9-0C85-4BDE-CA2B-32C00094AEBD}"/>
                  </a:ext>
                </a:extLst>
              </p:cNvPr>
              <p:cNvSpPr txBox="1"/>
              <p:nvPr/>
            </p:nvSpPr>
            <p:spPr>
              <a:xfrm>
                <a:off x="7478816" y="2397787"/>
                <a:ext cx="359073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1" dirty="0"/>
                            <m:t>2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nor/>
                            </m:rPr>
                            <a:rPr lang="en-US" i="1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CD69A9-0C85-4BDE-CA2B-32C00094A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816" y="2397787"/>
                <a:ext cx="359073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84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97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B362E-B0B9-E746-0E03-18FA24A5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2" y="3953"/>
            <a:ext cx="7112000" cy="401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836C8-771F-E051-663A-9F161BD03233}"/>
              </a:ext>
            </a:extLst>
          </p:cNvPr>
          <p:cNvSpPr/>
          <p:nvPr/>
        </p:nvSpPr>
        <p:spPr>
          <a:xfrm>
            <a:off x="3443395" y="1869440"/>
            <a:ext cx="420624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46C41-3F5B-BB41-8DB9-00C727D5B3A1}"/>
              </a:ext>
            </a:extLst>
          </p:cNvPr>
          <p:cNvSpPr txBox="1"/>
          <p:nvPr/>
        </p:nvSpPr>
        <p:spPr>
          <a:xfrm>
            <a:off x="660848" y="423026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EC87D-B0D9-D717-90D2-1AB61E25962D}"/>
              </a:ext>
            </a:extLst>
          </p:cNvPr>
          <p:cNvSpPr txBox="1"/>
          <p:nvPr/>
        </p:nvSpPr>
        <p:spPr>
          <a:xfrm>
            <a:off x="660848" y="1075052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6A359-912A-87CD-E8E9-84499C07F32F}"/>
              </a:ext>
            </a:extLst>
          </p:cNvPr>
          <p:cNvSpPr txBox="1"/>
          <p:nvPr/>
        </p:nvSpPr>
        <p:spPr>
          <a:xfrm>
            <a:off x="660848" y="2437477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B6587-F606-A94D-C358-3C5DF242EABF}"/>
              </a:ext>
            </a:extLst>
          </p:cNvPr>
          <p:cNvSpPr txBox="1"/>
          <p:nvPr/>
        </p:nvSpPr>
        <p:spPr>
          <a:xfrm>
            <a:off x="660848" y="3089503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5E24E-3D6D-E0D9-BB92-FD973E527082}"/>
              </a:ext>
            </a:extLst>
          </p:cNvPr>
          <p:cNvCxnSpPr>
            <a:cxnSpLocks/>
          </p:cNvCxnSpPr>
          <p:nvPr/>
        </p:nvCxnSpPr>
        <p:spPr>
          <a:xfrm flipV="1">
            <a:off x="6365195" y="5750392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B3E11A-86FC-21AB-74D1-A40FD7F29FA0}"/>
              </a:ext>
            </a:extLst>
          </p:cNvPr>
          <p:cNvCxnSpPr>
            <a:cxnSpLocks/>
          </p:cNvCxnSpPr>
          <p:nvPr/>
        </p:nvCxnSpPr>
        <p:spPr>
          <a:xfrm flipH="1" flipV="1">
            <a:off x="6520662" y="5026172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/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blipFill>
                <a:blip r:embed="rId3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0490AD-D594-9B04-E057-066E8597120A}"/>
              </a:ext>
            </a:extLst>
          </p:cNvPr>
          <p:cNvCxnSpPr>
            <a:cxnSpLocks/>
          </p:cNvCxnSpPr>
          <p:nvPr/>
        </p:nvCxnSpPr>
        <p:spPr>
          <a:xfrm flipH="1">
            <a:off x="6520662" y="527625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844923-BEE1-21EC-54D5-BA265C553824}"/>
              </a:ext>
            </a:extLst>
          </p:cNvPr>
          <p:cNvGrpSpPr/>
          <p:nvPr/>
        </p:nvGrpSpPr>
        <p:grpSpPr>
          <a:xfrm>
            <a:off x="1505691" y="4100394"/>
            <a:ext cx="2864948" cy="208280"/>
            <a:chOff x="0" y="0"/>
            <a:chExt cx="2864948" cy="20869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64865B-FA31-990D-99BA-80216B80852D}"/>
                </a:ext>
              </a:extLst>
            </p:cNvPr>
            <p:cNvCxnSpPr/>
            <p:nvPr/>
          </p:nvCxnSpPr>
          <p:spPr>
            <a:xfrm flipH="1">
              <a:off x="464695" y="0"/>
              <a:ext cx="1905" cy="193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8602685-CE86-2AC1-E438-BB5329D48874}"/>
                </a:ext>
              </a:extLst>
            </p:cNvPr>
            <p:cNvCxnSpPr/>
            <p:nvPr/>
          </p:nvCxnSpPr>
          <p:spPr>
            <a:xfrm flipH="1">
              <a:off x="9218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A079404-286F-B94E-1981-B07C408A10C9}"/>
                </a:ext>
              </a:extLst>
            </p:cNvPr>
            <p:cNvCxnSpPr/>
            <p:nvPr/>
          </p:nvCxnSpPr>
          <p:spPr>
            <a:xfrm flipH="1">
              <a:off x="13790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AE65FA-4DAD-263D-06B0-A65F5A570EBA}"/>
                </a:ext>
              </a:extLst>
            </p:cNvPr>
            <p:cNvCxnSpPr/>
            <p:nvPr/>
          </p:nvCxnSpPr>
          <p:spPr>
            <a:xfrm flipH="1">
              <a:off x="18362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3DC3EA-E92C-1D22-8BA5-23481B1A2B16}"/>
                </a:ext>
              </a:extLst>
            </p:cNvPr>
            <p:cNvCxnSpPr/>
            <p:nvPr/>
          </p:nvCxnSpPr>
          <p:spPr>
            <a:xfrm flipH="1">
              <a:off x="22934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A9B85A3-3BBE-24A5-F2E6-8C63AB9880FE}"/>
                </a:ext>
              </a:extLst>
            </p:cNvPr>
            <p:cNvCxnSpPr/>
            <p:nvPr/>
          </p:nvCxnSpPr>
          <p:spPr>
            <a:xfrm>
              <a:off x="0" y="115966"/>
              <a:ext cx="28649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02D41-D763-CB31-2409-220519D4A54D}"/>
                </a:ext>
              </a:extLst>
            </p:cNvPr>
            <p:cNvCxnSpPr/>
            <p:nvPr/>
          </p:nvCxnSpPr>
          <p:spPr>
            <a:xfrm flipH="1">
              <a:off x="2750695" y="1499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5C066C-5600-BDCB-49A3-515C13AC8DF4}"/>
              </a:ext>
            </a:extLst>
          </p:cNvPr>
          <p:cNvSpPr txBox="1"/>
          <p:nvPr/>
        </p:nvSpPr>
        <p:spPr>
          <a:xfrm>
            <a:off x="6205356" y="5183924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902C7C-9E8E-774C-607E-500E3E04E9CB}"/>
              </a:ext>
            </a:extLst>
          </p:cNvPr>
          <p:cNvCxnSpPr/>
          <p:nvPr/>
        </p:nvCxnSpPr>
        <p:spPr>
          <a:xfrm>
            <a:off x="7156557" y="568404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E8314E-64CC-F616-21C3-AEEBB5908974}"/>
              </a:ext>
            </a:extLst>
          </p:cNvPr>
          <p:cNvCxnSpPr>
            <a:cxnSpLocks/>
          </p:cNvCxnSpPr>
          <p:nvPr/>
        </p:nvCxnSpPr>
        <p:spPr>
          <a:xfrm flipH="1">
            <a:off x="7156742" y="5750392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70EA81-75F8-5A7F-B03A-137EE73E243D}"/>
              </a:ext>
            </a:extLst>
          </p:cNvPr>
          <p:cNvCxnSpPr>
            <a:cxnSpLocks/>
          </p:cNvCxnSpPr>
          <p:nvPr/>
        </p:nvCxnSpPr>
        <p:spPr>
          <a:xfrm flipH="1">
            <a:off x="7798693" y="5750392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7B98D1-D16A-DF26-6FA1-27AD59634B7C}"/>
              </a:ext>
            </a:extLst>
          </p:cNvPr>
          <p:cNvCxnSpPr>
            <a:cxnSpLocks/>
          </p:cNvCxnSpPr>
          <p:nvPr/>
        </p:nvCxnSpPr>
        <p:spPr>
          <a:xfrm flipH="1">
            <a:off x="8435756" y="527749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48A341-4F6A-8FE2-7DCD-54953F4BCE89}"/>
              </a:ext>
            </a:extLst>
          </p:cNvPr>
          <p:cNvCxnSpPr>
            <a:cxnSpLocks/>
          </p:cNvCxnSpPr>
          <p:nvPr/>
        </p:nvCxnSpPr>
        <p:spPr>
          <a:xfrm flipH="1">
            <a:off x="9065595" y="5754660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BE3CEB-E5F4-86C1-860B-244C595DB366}"/>
              </a:ext>
            </a:extLst>
          </p:cNvPr>
          <p:cNvCxnSpPr>
            <a:cxnSpLocks/>
          </p:cNvCxnSpPr>
          <p:nvPr/>
        </p:nvCxnSpPr>
        <p:spPr>
          <a:xfrm flipH="1">
            <a:off x="9689378" y="527805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DAF67B-F4F2-CDA1-5438-F814655ADBD1}"/>
              </a:ext>
            </a:extLst>
          </p:cNvPr>
          <p:cNvCxnSpPr>
            <a:cxnSpLocks/>
          </p:cNvCxnSpPr>
          <p:nvPr/>
        </p:nvCxnSpPr>
        <p:spPr>
          <a:xfrm flipV="1">
            <a:off x="7156742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36BC7F-D186-4E1E-9AAA-61AFBB43D461}"/>
              </a:ext>
            </a:extLst>
          </p:cNvPr>
          <p:cNvCxnSpPr>
            <a:cxnSpLocks/>
          </p:cNvCxnSpPr>
          <p:nvPr/>
        </p:nvCxnSpPr>
        <p:spPr>
          <a:xfrm flipV="1">
            <a:off x="8440644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D0F803-C9DE-FC83-6BFF-1D64B771B208}"/>
              </a:ext>
            </a:extLst>
          </p:cNvPr>
          <p:cNvCxnSpPr>
            <a:cxnSpLocks/>
          </p:cNvCxnSpPr>
          <p:nvPr/>
        </p:nvCxnSpPr>
        <p:spPr>
          <a:xfrm flipV="1">
            <a:off x="9074190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894CF1-CC9B-F3F7-93E7-3FC4B8B0D4D9}"/>
              </a:ext>
            </a:extLst>
          </p:cNvPr>
          <p:cNvCxnSpPr>
            <a:cxnSpLocks/>
          </p:cNvCxnSpPr>
          <p:nvPr/>
        </p:nvCxnSpPr>
        <p:spPr>
          <a:xfrm flipV="1">
            <a:off x="9697974" y="5277491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540DBB-83D5-08B6-C835-B3F3C6F235FD}"/>
              </a:ext>
            </a:extLst>
          </p:cNvPr>
          <p:cNvCxnSpPr/>
          <p:nvPr/>
        </p:nvCxnSpPr>
        <p:spPr>
          <a:xfrm>
            <a:off x="8444166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1754F0-A3FE-6F59-3203-6E672C6A82A9}"/>
              </a:ext>
            </a:extLst>
          </p:cNvPr>
          <p:cNvCxnSpPr/>
          <p:nvPr/>
        </p:nvCxnSpPr>
        <p:spPr>
          <a:xfrm>
            <a:off x="7788936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08A3C29-D9AE-8162-DD30-E3A1C114FFC7}"/>
              </a:ext>
            </a:extLst>
          </p:cNvPr>
          <p:cNvCxnSpPr/>
          <p:nvPr/>
        </p:nvCxnSpPr>
        <p:spPr>
          <a:xfrm>
            <a:off x="9076545" y="568387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21225B-00EE-C95C-B58F-8E8F110E7AE1}"/>
              </a:ext>
            </a:extLst>
          </p:cNvPr>
          <p:cNvCxnSpPr/>
          <p:nvPr/>
        </p:nvCxnSpPr>
        <p:spPr>
          <a:xfrm>
            <a:off x="9700329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06225B-D12A-EF58-5A2A-BE5C4ECE2887}"/>
              </a:ext>
            </a:extLst>
          </p:cNvPr>
          <p:cNvSpPr txBox="1"/>
          <p:nvPr/>
        </p:nvSpPr>
        <p:spPr>
          <a:xfrm>
            <a:off x="6211408" y="566127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7A63A0-B95C-B49E-E96A-36CC4D4775C0}"/>
              </a:ext>
            </a:extLst>
          </p:cNvPr>
          <p:cNvSpPr txBox="1"/>
          <p:nvPr/>
        </p:nvSpPr>
        <p:spPr>
          <a:xfrm>
            <a:off x="7017189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5D2493-2DDF-2E7F-1F5F-767FFFD24132}"/>
              </a:ext>
            </a:extLst>
          </p:cNvPr>
          <p:cNvSpPr txBox="1"/>
          <p:nvPr/>
        </p:nvSpPr>
        <p:spPr>
          <a:xfrm>
            <a:off x="7657437" y="5869087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DF5857-D8E9-599E-47F0-763691F8626B}"/>
              </a:ext>
            </a:extLst>
          </p:cNvPr>
          <p:cNvSpPr txBox="1"/>
          <p:nvPr/>
        </p:nvSpPr>
        <p:spPr>
          <a:xfrm>
            <a:off x="8295647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14A637-C769-F8A3-FBA9-88D004E7ED3E}"/>
              </a:ext>
            </a:extLst>
          </p:cNvPr>
          <p:cNvSpPr txBox="1"/>
          <p:nvPr/>
        </p:nvSpPr>
        <p:spPr>
          <a:xfrm>
            <a:off x="8942267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BF9446-5583-6067-C733-B098BC6B1247}"/>
              </a:ext>
            </a:extLst>
          </p:cNvPr>
          <p:cNvSpPr txBox="1"/>
          <p:nvPr/>
        </p:nvSpPr>
        <p:spPr>
          <a:xfrm>
            <a:off x="9558924" y="5864463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/>
              <p:nvPr/>
            </p:nvSpPr>
            <p:spPr>
              <a:xfrm>
                <a:off x="10435293" y="5665064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293" y="5665064"/>
                <a:ext cx="280217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/>
              <p:nvPr/>
            </p:nvSpPr>
            <p:spPr>
              <a:xfrm>
                <a:off x="5965067" y="5381174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067" y="5381174"/>
                <a:ext cx="280217" cy="184666"/>
              </a:xfrm>
              <a:prstGeom prst="rect">
                <a:avLst/>
              </a:prstGeom>
              <a:blipFill>
                <a:blip r:embed="rId5"/>
                <a:stretch>
                  <a:fillRect l="-30435" r="-30435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95F096B-EE80-33B0-DB5E-51435B93FF26}"/>
              </a:ext>
            </a:extLst>
          </p:cNvPr>
          <p:cNvCxnSpPr>
            <a:cxnSpLocks/>
          </p:cNvCxnSpPr>
          <p:nvPr/>
        </p:nvCxnSpPr>
        <p:spPr>
          <a:xfrm flipV="1">
            <a:off x="6360307" y="4763848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5EAF66-4954-A67D-1C45-6E258763EA1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4" y="4039628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5D86181-B967-A625-6391-BB2140C430CF}"/>
              </a:ext>
            </a:extLst>
          </p:cNvPr>
          <p:cNvCxnSpPr>
            <a:cxnSpLocks/>
          </p:cNvCxnSpPr>
          <p:nvPr/>
        </p:nvCxnSpPr>
        <p:spPr>
          <a:xfrm flipH="1">
            <a:off x="6503737" y="4763848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4329252-BD78-92B6-FDAA-E14A027D8A11}"/>
              </a:ext>
            </a:extLst>
          </p:cNvPr>
          <p:cNvSpPr txBox="1"/>
          <p:nvPr/>
        </p:nvSpPr>
        <p:spPr>
          <a:xfrm>
            <a:off x="6200468" y="4197380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05553DF-5754-67EB-4DD6-D5539140B839}"/>
              </a:ext>
            </a:extLst>
          </p:cNvPr>
          <p:cNvCxnSpPr/>
          <p:nvPr/>
        </p:nvCxnSpPr>
        <p:spPr>
          <a:xfrm>
            <a:off x="7151669" y="469750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9BB9914-57DD-65F8-5730-DDE263B4236F}"/>
              </a:ext>
            </a:extLst>
          </p:cNvPr>
          <p:cNvCxnSpPr>
            <a:cxnSpLocks/>
          </p:cNvCxnSpPr>
          <p:nvPr/>
        </p:nvCxnSpPr>
        <p:spPr>
          <a:xfrm flipH="1">
            <a:off x="7151854" y="429755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589FEA-91E2-CA90-7073-BAFBDE3E7085}"/>
              </a:ext>
            </a:extLst>
          </p:cNvPr>
          <p:cNvCxnSpPr>
            <a:cxnSpLocks/>
          </p:cNvCxnSpPr>
          <p:nvPr/>
        </p:nvCxnSpPr>
        <p:spPr>
          <a:xfrm flipH="1">
            <a:off x="7793805" y="4763848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B8E1CC9-68DC-95AE-B0B6-EFF195EED778}"/>
              </a:ext>
            </a:extLst>
          </p:cNvPr>
          <p:cNvCxnSpPr>
            <a:cxnSpLocks/>
          </p:cNvCxnSpPr>
          <p:nvPr/>
        </p:nvCxnSpPr>
        <p:spPr>
          <a:xfrm flipH="1">
            <a:off x="8427351" y="4761354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B02F09B-9F9B-C695-FA08-95D6FD018FEB}"/>
              </a:ext>
            </a:extLst>
          </p:cNvPr>
          <p:cNvCxnSpPr>
            <a:cxnSpLocks/>
          </p:cNvCxnSpPr>
          <p:nvPr/>
        </p:nvCxnSpPr>
        <p:spPr>
          <a:xfrm flipH="1">
            <a:off x="9065595" y="429150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3755ADF-C50A-6E61-AA38-96352E41B2B3}"/>
              </a:ext>
            </a:extLst>
          </p:cNvPr>
          <p:cNvCxnSpPr>
            <a:cxnSpLocks/>
          </p:cNvCxnSpPr>
          <p:nvPr/>
        </p:nvCxnSpPr>
        <p:spPr>
          <a:xfrm flipH="1">
            <a:off x="9684490" y="429150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03C42A-6F55-7FC3-B74E-B3F78AD48CD1}"/>
              </a:ext>
            </a:extLst>
          </p:cNvPr>
          <p:cNvCxnSpPr>
            <a:cxnSpLocks/>
          </p:cNvCxnSpPr>
          <p:nvPr/>
        </p:nvCxnSpPr>
        <p:spPr>
          <a:xfrm flipV="1">
            <a:off x="7151854" y="4283942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B0C61E-B2A7-B5BB-F418-F7C8A93CAEBD}"/>
              </a:ext>
            </a:extLst>
          </p:cNvPr>
          <p:cNvCxnSpPr>
            <a:cxnSpLocks/>
          </p:cNvCxnSpPr>
          <p:nvPr/>
        </p:nvCxnSpPr>
        <p:spPr>
          <a:xfrm flipV="1">
            <a:off x="9069302" y="4283942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D2BBA2-6603-C3D1-C1F8-05A4C49656A3}"/>
              </a:ext>
            </a:extLst>
          </p:cNvPr>
          <p:cNvCxnSpPr/>
          <p:nvPr/>
        </p:nvCxnSpPr>
        <p:spPr>
          <a:xfrm>
            <a:off x="8439278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324CB2D-D937-29A5-AF99-C15AFCB53F6D}"/>
              </a:ext>
            </a:extLst>
          </p:cNvPr>
          <p:cNvCxnSpPr/>
          <p:nvPr/>
        </p:nvCxnSpPr>
        <p:spPr>
          <a:xfrm>
            <a:off x="7784048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0A79074-F883-1950-641F-3CBE9F19F3DD}"/>
              </a:ext>
            </a:extLst>
          </p:cNvPr>
          <p:cNvCxnSpPr/>
          <p:nvPr/>
        </p:nvCxnSpPr>
        <p:spPr>
          <a:xfrm>
            <a:off x="9071657" y="469733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12AFD4-F556-104A-9AD3-35E0B8C31DB6}"/>
              </a:ext>
            </a:extLst>
          </p:cNvPr>
          <p:cNvCxnSpPr/>
          <p:nvPr/>
        </p:nvCxnSpPr>
        <p:spPr>
          <a:xfrm>
            <a:off x="9695441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D8452FE-C0E8-E7E4-F682-214BE2C6D439}"/>
              </a:ext>
            </a:extLst>
          </p:cNvPr>
          <p:cNvSpPr txBox="1"/>
          <p:nvPr/>
        </p:nvSpPr>
        <p:spPr>
          <a:xfrm>
            <a:off x="6206520" y="4674731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807740-3D76-3BC8-DB3B-AA93C2FEB95D}"/>
              </a:ext>
            </a:extLst>
          </p:cNvPr>
          <p:cNvSpPr txBox="1"/>
          <p:nvPr/>
        </p:nvSpPr>
        <p:spPr>
          <a:xfrm>
            <a:off x="7012301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051320-E04C-B1DE-0715-981EA2781F69}"/>
              </a:ext>
            </a:extLst>
          </p:cNvPr>
          <p:cNvSpPr txBox="1"/>
          <p:nvPr/>
        </p:nvSpPr>
        <p:spPr>
          <a:xfrm>
            <a:off x="7652549" y="4882543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7AEFDF-C87F-8E04-4598-4BD9917BD103}"/>
              </a:ext>
            </a:extLst>
          </p:cNvPr>
          <p:cNvSpPr txBox="1"/>
          <p:nvPr/>
        </p:nvSpPr>
        <p:spPr>
          <a:xfrm>
            <a:off x="8290759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D4E321-14C0-D09D-3448-53822D81A037}"/>
              </a:ext>
            </a:extLst>
          </p:cNvPr>
          <p:cNvSpPr txBox="1"/>
          <p:nvPr/>
        </p:nvSpPr>
        <p:spPr>
          <a:xfrm>
            <a:off x="8937379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761C06-3762-1C45-1083-45BAD539CA0F}"/>
              </a:ext>
            </a:extLst>
          </p:cNvPr>
          <p:cNvSpPr txBox="1"/>
          <p:nvPr/>
        </p:nvSpPr>
        <p:spPr>
          <a:xfrm>
            <a:off x="9554036" y="4877919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/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/>
              <p:nvPr/>
            </p:nvSpPr>
            <p:spPr>
              <a:xfrm>
                <a:off x="5960179" y="4394630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179" y="4394630"/>
                <a:ext cx="280217" cy="184666"/>
              </a:xfrm>
              <a:prstGeom prst="rect">
                <a:avLst/>
              </a:prstGeom>
              <a:blipFill>
                <a:blip r:embed="rId7"/>
                <a:stretch>
                  <a:fillRect l="-30435" r="-304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936DD54-EE26-DACF-8B1F-B8FBF40F4A3C}"/>
              </a:ext>
            </a:extLst>
          </p:cNvPr>
          <p:cNvCxnSpPr>
            <a:cxnSpLocks/>
          </p:cNvCxnSpPr>
          <p:nvPr/>
        </p:nvCxnSpPr>
        <p:spPr>
          <a:xfrm flipV="1">
            <a:off x="7784048" y="4284450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78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B362E-B0B9-E746-0E03-18FA24A5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8" y="191155"/>
            <a:ext cx="7112000" cy="401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836C8-771F-E051-663A-9F161BD03233}"/>
              </a:ext>
            </a:extLst>
          </p:cNvPr>
          <p:cNvSpPr/>
          <p:nvPr/>
        </p:nvSpPr>
        <p:spPr>
          <a:xfrm>
            <a:off x="3443395" y="1869440"/>
            <a:ext cx="420624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46C41-3F5B-BB41-8DB9-00C727D5B3A1}"/>
              </a:ext>
            </a:extLst>
          </p:cNvPr>
          <p:cNvSpPr txBox="1"/>
          <p:nvPr/>
        </p:nvSpPr>
        <p:spPr>
          <a:xfrm>
            <a:off x="660848" y="423026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EC87D-B0D9-D717-90D2-1AB61E25962D}"/>
              </a:ext>
            </a:extLst>
          </p:cNvPr>
          <p:cNvSpPr txBox="1"/>
          <p:nvPr/>
        </p:nvSpPr>
        <p:spPr>
          <a:xfrm>
            <a:off x="660848" y="1075052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6A359-912A-87CD-E8E9-84499C07F32F}"/>
              </a:ext>
            </a:extLst>
          </p:cNvPr>
          <p:cNvSpPr txBox="1"/>
          <p:nvPr/>
        </p:nvSpPr>
        <p:spPr>
          <a:xfrm>
            <a:off x="660848" y="2437477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B6587-F606-A94D-C358-3C5DF242EABF}"/>
              </a:ext>
            </a:extLst>
          </p:cNvPr>
          <p:cNvSpPr txBox="1"/>
          <p:nvPr/>
        </p:nvSpPr>
        <p:spPr>
          <a:xfrm>
            <a:off x="660848" y="3089503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5E24E-3D6D-E0D9-BB92-FD973E527082}"/>
              </a:ext>
            </a:extLst>
          </p:cNvPr>
          <p:cNvCxnSpPr>
            <a:cxnSpLocks/>
          </p:cNvCxnSpPr>
          <p:nvPr/>
        </p:nvCxnSpPr>
        <p:spPr>
          <a:xfrm flipV="1">
            <a:off x="6365195" y="5750392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B3E11A-86FC-21AB-74D1-A40FD7F29FA0}"/>
              </a:ext>
            </a:extLst>
          </p:cNvPr>
          <p:cNvCxnSpPr>
            <a:cxnSpLocks/>
          </p:cNvCxnSpPr>
          <p:nvPr/>
        </p:nvCxnSpPr>
        <p:spPr>
          <a:xfrm flipH="1" flipV="1">
            <a:off x="6520662" y="5026172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/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blipFill>
                <a:blip r:embed="rId3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0490AD-D594-9B04-E057-066E8597120A}"/>
              </a:ext>
            </a:extLst>
          </p:cNvPr>
          <p:cNvCxnSpPr>
            <a:cxnSpLocks/>
          </p:cNvCxnSpPr>
          <p:nvPr/>
        </p:nvCxnSpPr>
        <p:spPr>
          <a:xfrm flipH="1">
            <a:off x="6520662" y="527625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844923-BEE1-21EC-54D5-BA265C553824}"/>
              </a:ext>
            </a:extLst>
          </p:cNvPr>
          <p:cNvGrpSpPr/>
          <p:nvPr/>
        </p:nvGrpSpPr>
        <p:grpSpPr>
          <a:xfrm>
            <a:off x="1505691" y="4100394"/>
            <a:ext cx="2864948" cy="208280"/>
            <a:chOff x="0" y="0"/>
            <a:chExt cx="2864948" cy="20869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64865B-FA31-990D-99BA-80216B80852D}"/>
                </a:ext>
              </a:extLst>
            </p:cNvPr>
            <p:cNvCxnSpPr/>
            <p:nvPr/>
          </p:nvCxnSpPr>
          <p:spPr>
            <a:xfrm flipH="1">
              <a:off x="464695" y="0"/>
              <a:ext cx="1905" cy="193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8602685-CE86-2AC1-E438-BB5329D48874}"/>
                </a:ext>
              </a:extLst>
            </p:cNvPr>
            <p:cNvCxnSpPr/>
            <p:nvPr/>
          </p:nvCxnSpPr>
          <p:spPr>
            <a:xfrm flipH="1">
              <a:off x="9218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A079404-286F-B94E-1981-B07C408A10C9}"/>
                </a:ext>
              </a:extLst>
            </p:cNvPr>
            <p:cNvCxnSpPr/>
            <p:nvPr/>
          </p:nvCxnSpPr>
          <p:spPr>
            <a:xfrm flipH="1">
              <a:off x="13790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AE65FA-4DAD-263D-06B0-A65F5A570EBA}"/>
                </a:ext>
              </a:extLst>
            </p:cNvPr>
            <p:cNvCxnSpPr/>
            <p:nvPr/>
          </p:nvCxnSpPr>
          <p:spPr>
            <a:xfrm flipH="1">
              <a:off x="18362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3DC3EA-E92C-1D22-8BA5-23481B1A2B16}"/>
                </a:ext>
              </a:extLst>
            </p:cNvPr>
            <p:cNvCxnSpPr/>
            <p:nvPr/>
          </p:nvCxnSpPr>
          <p:spPr>
            <a:xfrm flipH="1">
              <a:off x="22934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A9B85A3-3BBE-24A5-F2E6-8C63AB9880FE}"/>
                </a:ext>
              </a:extLst>
            </p:cNvPr>
            <p:cNvCxnSpPr/>
            <p:nvPr/>
          </p:nvCxnSpPr>
          <p:spPr>
            <a:xfrm>
              <a:off x="0" y="115966"/>
              <a:ext cx="28649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02D41-D763-CB31-2409-220519D4A54D}"/>
                </a:ext>
              </a:extLst>
            </p:cNvPr>
            <p:cNvCxnSpPr/>
            <p:nvPr/>
          </p:nvCxnSpPr>
          <p:spPr>
            <a:xfrm flipH="1">
              <a:off x="2750695" y="1499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5C066C-5600-BDCB-49A3-515C13AC8DF4}"/>
              </a:ext>
            </a:extLst>
          </p:cNvPr>
          <p:cNvSpPr txBox="1"/>
          <p:nvPr/>
        </p:nvSpPr>
        <p:spPr>
          <a:xfrm>
            <a:off x="6205356" y="5183924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902C7C-9E8E-774C-607E-500E3E04E9CB}"/>
              </a:ext>
            </a:extLst>
          </p:cNvPr>
          <p:cNvCxnSpPr/>
          <p:nvPr/>
        </p:nvCxnSpPr>
        <p:spPr>
          <a:xfrm>
            <a:off x="7156557" y="568404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E8314E-64CC-F616-21C3-AEEBB5908974}"/>
              </a:ext>
            </a:extLst>
          </p:cNvPr>
          <p:cNvCxnSpPr>
            <a:cxnSpLocks/>
          </p:cNvCxnSpPr>
          <p:nvPr/>
        </p:nvCxnSpPr>
        <p:spPr>
          <a:xfrm flipH="1">
            <a:off x="7156742" y="5750392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70EA81-75F8-5A7F-B03A-137EE73E243D}"/>
              </a:ext>
            </a:extLst>
          </p:cNvPr>
          <p:cNvCxnSpPr>
            <a:cxnSpLocks/>
          </p:cNvCxnSpPr>
          <p:nvPr/>
        </p:nvCxnSpPr>
        <p:spPr>
          <a:xfrm flipH="1">
            <a:off x="7798693" y="5750392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7B98D1-D16A-DF26-6FA1-27AD59634B7C}"/>
              </a:ext>
            </a:extLst>
          </p:cNvPr>
          <p:cNvCxnSpPr>
            <a:cxnSpLocks/>
          </p:cNvCxnSpPr>
          <p:nvPr/>
        </p:nvCxnSpPr>
        <p:spPr>
          <a:xfrm flipH="1">
            <a:off x="8435756" y="527749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48A341-4F6A-8FE2-7DCD-54953F4BCE89}"/>
              </a:ext>
            </a:extLst>
          </p:cNvPr>
          <p:cNvCxnSpPr>
            <a:cxnSpLocks/>
          </p:cNvCxnSpPr>
          <p:nvPr/>
        </p:nvCxnSpPr>
        <p:spPr>
          <a:xfrm flipH="1">
            <a:off x="9065595" y="5754660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BE3CEB-E5F4-86C1-860B-244C595DB366}"/>
              </a:ext>
            </a:extLst>
          </p:cNvPr>
          <p:cNvCxnSpPr>
            <a:cxnSpLocks/>
          </p:cNvCxnSpPr>
          <p:nvPr/>
        </p:nvCxnSpPr>
        <p:spPr>
          <a:xfrm flipH="1">
            <a:off x="9689378" y="527805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DAF67B-F4F2-CDA1-5438-F814655ADBD1}"/>
              </a:ext>
            </a:extLst>
          </p:cNvPr>
          <p:cNvCxnSpPr>
            <a:cxnSpLocks/>
          </p:cNvCxnSpPr>
          <p:nvPr/>
        </p:nvCxnSpPr>
        <p:spPr>
          <a:xfrm flipV="1">
            <a:off x="7156742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36BC7F-D186-4E1E-9AAA-61AFBB43D461}"/>
              </a:ext>
            </a:extLst>
          </p:cNvPr>
          <p:cNvCxnSpPr>
            <a:cxnSpLocks/>
          </p:cNvCxnSpPr>
          <p:nvPr/>
        </p:nvCxnSpPr>
        <p:spPr>
          <a:xfrm flipV="1">
            <a:off x="8440644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D0F803-C9DE-FC83-6BFF-1D64B771B208}"/>
              </a:ext>
            </a:extLst>
          </p:cNvPr>
          <p:cNvCxnSpPr>
            <a:cxnSpLocks/>
          </p:cNvCxnSpPr>
          <p:nvPr/>
        </p:nvCxnSpPr>
        <p:spPr>
          <a:xfrm flipV="1">
            <a:off x="9074190" y="5270486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894CF1-CC9B-F3F7-93E7-3FC4B8B0D4D9}"/>
              </a:ext>
            </a:extLst>
          </p:cNvPr>
          <p:cNvCxnSpPr>
            <a:cxnSpLocks/>
          </p:cNvCxnSpPr>
          <p:nvPr/>
        </p:nvCxnSpPr>
        <p:spPr>
          <a:xfrm flipV="1">
            <a:off x="9697974" y="5277491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540DBB-83D5-08B6-C835-B3F3C6F235FD}"/>
              </a:ext>
            </a:extLst>
          </p:cNvPr>
          <p:cNvCxnSpPr/>
          <p:nvPr/>
        </p:nvCxnSpPr>
        <p:spPr>
          <a:xfrm>
            <a:off x="8444166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1754F0-A3FE-6F59-3203-6E672C6A82A9}"/>
              </a:ext>
            </a:extLst>
          </p:cNvPr>
          <p:cNvCxnSpPr/>
          <p:nvPr/>
        </p:nvCxnSpPr>
        <p:spPr>
          <a:xfrm>
            <a:off x="7788936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08A3C29-D9AE-8162-DD30-E3A1C114FFC7}"/>
              </a:ext>
            </a:extLst>
          </p:cNvPr>
          <p:cNvCxnSpPr/>
          <p:nvPr/>
        </p:nvCxnSpPr>
        <p:spPr>
          <a:xfrm>
            <a:off x="9076545" y="568387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21225B-00EE-C95C-B58F-8E8F110E7AE1}"/>
              </a:ext>
            </a:extLst>
          </p:cNvPr>
          <p:cNvCxnSpPr/>
          <p:nvPr/>
        </p:nvCxnSpPr>
        <p:spPr>
          <a:xfrm>
            <a:off x="9700329" y="5680936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06225B-D12A-EF58-5A2A-BE5C4ECE2887}"/>
              </a:ext>
            </a:extLst>
          </p:cNvPr>
          <p:cNvSpPr txBox="1"/>
          <p:nvPr/>
        </p:nvSpPr>
        <p:spPr>
          <a:xfrm>
            <a:off x="6211408" y="566127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7A63A0-B95C-B49E-E96A-36CC4D4775C0}"/>
              </a:ext>
            </a:extLst>
          </p:cNvPr>
          <p:cNvSpPr txBox="1"/>
          <p:nvPr/>
        </p:nvSpPr>
        <p:spPr>
          <a:xfrm>
            <a:off x="7017189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5D2493-2DDF-2E7F-1F5F-767FFFD24132}"/>
              </a:ext>
            </a:extLst>
          </p:cNvPr>
          <p:cNvSpPr txBox="1"/>
          <p:nvPr/>
        </p:nvSpPr>
        <p:spPr>
          <a:xfrm>
            <a:off x="7657437" y="5869087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DF5857-D8E9-599E-47F0-763691F8626B}"/>
              </a:ext>
            </a:extLst>
          </p:cNvPr>
          <p:cNvSpPr txBox="1"/>
          <p:nvPr/>
        </p:nvSpPr>
        <p:spPr>
          <a:xfrm>
            <a:off x="8295647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14A637-C769-F8A3-FBA9-88D004E7ED3E}"/>
              </a:ext>
            </a:extLst>
          </p:cNvPr>
          <p:cNvSpPr txBox="1"/>
          <p:nvPr/>
        </p:nvSpPr>
        <p:spPr>
          <a:xfrm>
            <a:off x="8942267" y="586371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BF9446-5583-6067-C733-B098BC6B1247}"/>
              </a:ext>
            </a:extLst>
          </p:cNvPr>
          <p:cNvSpPr txBox="1"/>
          <p:nvPr/>
        </p:nvSpPr>
        <p:spPr>
          <a:xfrm>
            <a:off x="9558924" y="5864463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/>
              <p:nvPr/>
            </p:nvSpPr>
            <p:spPr>
              <a:xfrm>
                <a:off x="10435293" y="5665064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293" y="5665064"/>
                <a:ext cx="280217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/>
              <p:nvPr/>
            </p:nvSpPr>
            <p:spPr>
              <a:xfrm>
                <a:off x="5965067" y="5381174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067" y="5381174"/>
                <a:ext cx="280217" cy="184666"/>
              </a:xfrm>
              <a:prstGeom prst="rect">
                <a:avLst/>
              </a:prstGeom>
              <a:blipFill>
                <a:blip r:embed="rId5"/>
                <a:stretch>
                  <a:fillRect l="-30435" r="-30435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95F096B-EE80-33B0-DB5E-51435B93FF26}"/>
              </a:ext>
            </a:extLst>
          </p:cNvPr>
          <p:cNvCxnSpPr>
            <a:cxnSpLocks/>
          </p:cNvCxnSpPr>
          <p:nvPr/>
        </p:nvCxnSpPr>
        <p:spPr>
          <a:xfrm flipV="1">
            <a:off x="6360307" y="4763848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5EAF66-4954-A67D-1C45-6E258763EA1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4" y="4039628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5D86181-B967-A625-6391-BB2140C430CF}"/>
              </a:ext>
            </a:extLst>
          </p:cNvPr>
          <p:cNvCxnSpPr>
            <a:cxnSpLocks/>
          </p:cNvCxnSpPr>
          <p:nvPr/>
        </p:nvCxnSpPr>
        <p:spPr>
          <a:xfrm flipH="1">
            <a:off x="6503737" y="4763848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4329252-BD78-92B6-FDAA-E14A027D8A11}"/>
              </a:ext>
            </a:extLst>
          </p:cNvPr>
          <p:cNvSpPr txBox="1"/>
          <p:nvPr/>
        </p:nvSpPr>
        <p:spPr>
          <a:xfrm>
            <a:off x="6200468" y="4197380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05553DF-5754-67EB-4DD6-D5539140B839}"/>
              </a:ext>
            </a:extLst>
          </p:cNvPr>
          <p:cNvCxnSpPr/>
          <p:nvPr/>
        </p:nvCxnSpPr>
        <p:spPr>
          <a:xfrm>
            <a:off x="7151669" y="469750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9BB9914-57DD-65F8-5730-DDE263B4236F}"/>
              </a:ext>
            </a:extLst>
          </p:cNvPr>
          <p:cNvCxnSpPr>
            <a:cxnSpLocks/>
          </p:cNvCxnSpPr>
          <p:nvPr/>
        </p:nvCxnSpPr>
        <p:spPr>
          <a:xfrm flipH="1">
            <a:off x="7151854" y="429755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589FEA-91E2-CA90-7073-BAFBDE3E7085}"/>
              </a:ext>
            </a:extLst>
          </p:cNvPr>
          <p:cNvCxnSpPr>
            <a:cxnSpLocks/>
          </p:cNvCxnSpPr>
          <p:nvPr/>
        </p:nvCxnSpPr>
        <p:spPr>
          <a:xfrm flipH="1">
            <a:off x="7793805" y="4763848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B8E1CC9-68DC-95AE-B0B6-EFF195EED778}"/>
              </a:ext>
            </a:extLst>
          </p:cNvPr>
          <p:cNvCxnSpPr>
            <a:cxnSpLocks/>
          </p:cNvCxnSpPr>
          <p:nvPr/>
        </p:nvCxnSpPr>
        <p:spPr>
          <a:xfrm flipH="1">
            <a:off x="8427351" y="4761354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B02F09B-9F9B-C695-FA08-95D6FD018FEB}"/>
              </a:ext>
            </a:extLst>
          </p:cNvPr>
          <p:cNvCxnSpPr>
            <a:cxnSpLocks/>
          </p:cNvCxnSpPr>
          <p:nvPr/>
        </p:nvCxnSpPr>
        <p:spPr>
          <a:xfrm flipH="1">
            <a:off x="9065595" y="429150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3755ADF-C50A-6E61-AA38-96352E41B2B3}"/>
              </a:ext>
            </a:extLst>
          </p:cNvPr>
          <p:cNvCxnSpPr>
            <a:cxnSpLocks/>
          </p:cNvCxnSpPr>
          <p:nvPr/>
        </p:nvCxnSpPr>
        <p:spPr>
          <a:xfrm flipH="1">
            <a:off x="9684490" y="4291507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03C42A-6F55-7FC3-B74E-B3F78AD48CD1}"/>
              </a:ext>
            </a:extLst>
          </p:cNvPr>
          <p:cNvCxnSpPr>
            <a:cxnSpLocks/>
          </p:cNvCxnSpPr>
          <p:nvPr/>
        </p:nvCxnSpPr>
        <p:spPr>
          <a:xfrm flipV="1">
            <a:off x="7151854" y="4283942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B0C61E-B2A7-B5BB-F418-F7C8A93CAEBD}"/>
              </a:ext>
            </a:extLst>
          </p:cNvPr>
          <p:cNvCxnSpPr>
            <a:cxnSpLocks/>
          </p:cNvCxnSpPr>
          <p:nvPr/>
        </p:nvCxnSpPr>
        <p:spPr>
          <a:xfrm flipV="1">
            <a:off x="9069302" y="4283942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D2BBA2-6603-C3D1-C1F8-05A4C49656A3}"/>
              </a:ext>
            </a:extLst>
          </p:cNvPr>
          <p:cNvCxnSpPr/>
          <p:nvPr/>
        </p:nvCxnSpPr>
        <p:spPr>
          <a:xfrm>
            <a:off x="8439278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324CB2D-D937-29A5-AF99-C15AFCB53F6D}"/>
              </a:ext>
            </a:extLst>
          </p:cNvPr>
          <p:cNvCxnSpPr/>
          <p:nvPr/>
        </p:nvCxnSpPr>
        <p:spPr>
          <a:xfrm>
            <a:off x="7784048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0A79074-F883-1950-641F-3CBE9F19F3DD}"/>
              </a:ext>
            </a:extLst>
          </p:cNvPr>
          <p:cNvCxnSpPr/>
          <p:nvPr/>
        </p:nvCxnSpPr>
        <p:spPr>
          <a:xfrm>
            <a:off x="9071657" y="469733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12AFD4-F556-104A-9AD3-35E0B8C31DB6}"/>
              </a:ext>
            </a:extLst>
          </p:cNvPr>
          <p:cNvCxnSpPr/>
          <p:nvPr/>
        </p:nvCxnSpPr>
        <p:spPr>
          <a:xfrm>
            <a:off x="9695441" y="469439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D8452FE-C0E8-E7E4-F682-214BE2C6D439}"/>
              </a:ext>
            </a:extLst>
          </p:cNvPr>
          <p:cNvSpPr txBox="1"/>
          <p:nvPr/>
        </p:nvSpPr>
        <p:spPr>
          <a:xfrm>
            <a:off x="6206520" y="4674731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807740-3D76-3BC8-DB3B-AA93C2FEB95D}"/>
              </a:ext>
            </a:extLst>
          </p:cNvPr>
          <p:cNvSpPr txBox="1"/>
          <p:nvPr/>
        </p:nvSpPr>
        <p:spPr>
          <a:xfrm>
            <a:off x="7012301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051320-E04C-B1DE-0715-981EA2781F69}"/>
              </a:ext>
            </a:extLst>
          </p:cNvPr>
          <p:cNvSpPr txBox="1"/>
          <p:nvPr/>
        </p:nvSpPr>
        <p:spPr>
          <a:xfrm>
            <a:off x="7652549" y="4882543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7AEFDF-C87F-8E04-4598-4BD9917BD103}"/>
              </a:ext>
            </a:extLst>
          </p:cNvPr>
          <p:cNvSpPr txBox="1"/>
          <p:nvPr/>
        </p:nvSpPr>
        <p:spPr>
          <a:xfrm>
            <a:off x="8290759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D4E321-14C0-D09D-3448-53822D81A037}"/>
              </a:ext>
            </a:extLst>
          </p:cNvPr>
          <p:cNvSpPr txBox="1"/>
          <p:nvPr/>
        </p:nvSpPr>
        <p:spPr>
          <a:xfrm>
            <a:off x="8937379" y="487717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761C06-3762-1C45-1083-45BAD539CA0F}"/>
              </a:ext>
            </a:extLst>
          </p:cNvPr>
          <p:cNvSpPr txBox="1"/>
          <p:nvPr/>
        </p:nvSpPr>
        <p:spPr>
          <a:xfrm>
            <a:off x="9554036" y="4877919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/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/>
              <p:nvPr/>
            </p:nvSpPr>
            <p:spPr>
              <a:xfrm>
                <a:off x="5960179" y="4394630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179" y="4394630"/>
                <a:ext cx="280217" cy="184666"/>
              </a:xfrm>
              <a:prstGeom prst="rect">
                <a:avLst/>
              </a:prstGeom>
              <a:blipFill>
                <a:blip r:embed="rId7"/>
                <a:stretch>
                  <a:fillRect l="-30435" r="-304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936DD54-EE26-DACF-8B1F-B8FBF40F4A3C}"/>
              </a:ext>
            </a:extLst>
          </p:cNvPr>
          <p:cNvCxnSpPr>
            <a:cxnSpLocks/>
          </p:cNvCxnSpPr>
          <p:nvPr/>
        </p:nvCxnSpPr>
        <p:spPr>
          <a:xfrm flipV="1">
            <a:off x="7784048" y="4284450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33EA4C-E668-58EA-E6A0-78BC132FCBC3}"/>
                  </a:ext>
                </a:extLst>
              </p:cNvPr>
              <p:cNvSpPr txBox="1"/>
              <p:nvPr/>
            </p:nvSpPr>
            <p:spPr>
              <a:xfrm>
                <a:off x="6796149" y="4529537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33EA4C-E668-58EA-E6A0-78BC132FC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149" y="4529537"/>
                <a:ext cx="280217" cy="184666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E70396-BCB1-F3A3-81E0-AC998A774E26}"/>
                  </a:ext>
                </a:extLst>
              </p:cNvPr>
              <p:cNvSpPr txBox="1"/>
              <p:nvPr/>
            </p:nvSpPr>
            <p:spPr>
              <a:xfrm>
                <a:off x="7239483" y="4542767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E70396-BCB1-F3A3-81E0-AC998A774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83" y="4542767"/>
                <a:ext cx="280217" cy="184666"/>
              </a:xfrm>
              <a:prstGeom prst="rect">
                <a:avLst/>
              </a:prstGeom>
              <a:blipFill>
                <a:blip r:embed="rId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85EC89-52DE-63C7-481F-CFB116D63D83}"/>
              </a:ext>
            </a:extLst>
          </p:cNvPr>
          <p:cNvCxnSpPr>
            <a:cxnSpLocks/>
          </p:cNvCxnSpPr>
          <p:nvPr/>
        </p:nvCxnSpPr>
        <p:spPr>
          <a:xfrm>
            <a:off x="6912033" y="4722911"/>
            <a:ext cx="0" cy="785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0F629A-1FF0-3AEB-BFBF-EE865817B266}"/>
              </a:ext>
            </a:extLst>
          </p:cNvPr>
          <p:cNvCxnSpPr>
            <a:cxnSpLocks/>
          </p:cNvCxnSpPr>
          <p:nvPr/>
        </p:nvCxnSpPr>
        <p:spPr>
          <a:xfrm>
            <a:off x="7342995" y="4729969"/>
            <a:ext cx="0" cy="785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4F26DE-A8E3-ADA5-173B-FF1FD8510D2F}"/>
                  </a:ext>
                </a:extLst>
              </p:cNvPr>
              <p:cNvSpPr txBox="1"/>
              <p:nvPr/>
            </p:nvSpPr>
            <p:spPr>
              <a:xfrm>
                <a:off x="7747787" y="5524383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4F26DE-A8E3-ADA5-173B-FF1FD8510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787" y="5524383"/>
                <a:ext cx="280217" cy="184666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B74A55-B89E-40CC-C306-57F8C4079C73}"/>
                  </a:ext>
                </a:extLst>
              </p:cNvPr>
              <p:cNvSpPr txBox="1"/>
              <p:nvPr/>
            </p:nvSpPr>
            <p:spPr>
              <a:xfrm>
                <a:off x="8130561" y="5537613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B74A55-B89E-40CC-C306-57F8C4079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561" y="5537613"/>
                <a:ext cx="280217" cy="184666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27881D-A579-8818-ADEA-A653976D57EA}"/>
              </a:ext>
            </a:extLst>
          </p:cNvPr>
          <p:cNvCxnSpPr>
            <a:cxnSpLocks/>
          </p:cNvCxnSpPr>
          <p:nvPr/>
        </p:nvCxnSpPr>
        <p:spPr>
          <a:xfrm>
            <a:off x="7863671" y="5717757"/>
            <a:ext cx="0" cy="785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1B13A3-D0E7-79DD-0105-AD2E120F95FE}"/>
              </a:ext>
            </a:extLst>
          </p:cNvPr>
          <p:cNvCxnSpPr>
            <a:cxnSpLocks/>
          </p:cNvCxnSpPr>
          <p:nvPr/>
        </p:nvCxnSpPr>
        <p:spPr>
          <a:xfrm>
            <a:off x="8234073" y="5724815"/>
            <a:ext cx="0" cy="785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87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B362E-B0B9-E746-0E03-18FA24A5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06" y="-171629"/>
            <a:ext cx="7112000" cy="401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836C8-771F-E051-663A-9F161BD03233}"/>
              </a:ext>
            </a:extLst>
          </p:cNvPr>
          <p:cNvSpPr/>
          <p:nvPr/>
        </p:nvSpPr>
        <p:spPr>
          <a:xfrm>
            <a:off x="3443395" y="1869440"/>
            <a:ext cx="420624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46C41-3F5B-BB41-8DB9-00C727D5B3A1}"/>
              </a:ext>
            </a:extLst>
          </p:cNvPr>
          <p:cNvSpPr txBox="1"/>
          <p:nvPr/>
        </p:nvSpPr>
        <p:spPr>
          <a:xfrm>
            <a:off x="660848" y="423026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EC87D-B0D9-D717-90D2-1AB61E25962D}"/>
              </a:ext>
            </a:extLst>
          </p:cNvPr>
          <p:cNvSpPr txBox="1"/>
          <p:nvPr/>
        </p:nvSpPr>
        <p:spPr>
          <a:xfrm>
            <a:off x="660848" y="1075052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6A359-912A-87CD-E8E9-84499C07F32F}"/>
              </a:ext>
            </a:extLst>
          </p:cNvPr>
          <p:cNvSpPr txBox="1"/>
          <p:nvPr/>
        </p:nvSpPr>
        <p:spPr>
          <a:xfrm>
            <a:off x="660848" y="2437477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B6587-F606-A94D-C358-3C5DF242EABF}"/>
              </a:ext>
            </a:extLst>
          </p:cNvPr>
          <p:cNvSpPr txBox="1"/>
          <p:nvPr/>
        </p:nvSpPr>
        <p:spPr>
          <a:xfrm>
            <a:off x="660848" y="3089503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5E24E-3D6D-E0D9-BB92-FD973E527082}"/>
              </a:ext>
            </a:extLst>
          </p:cNvPr>
          <p:cNvCxnSpPr>
            <a:cxnSpLocks/>
          </p:cNvCxnSpPr>
          <p:nvPr/>
        </p:nvCxnSpPr>
        <p:spPr>
          <a:xfrm flipV="1">
            <a:off x="6360307" y="6168420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B3E11A-86FC-21AB-74D1-A40FD7F29FA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4" y="5668261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/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FCB918-B7CF-947F-F5F2-C957ED748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877" y="3251094"/>
                <a:ext cx="1138313" cy="276999"/>
              </a:xfrm>
              <a:prstGeom prst="rect">
                <a:avLst/>
              </a:prstGeom>
              <a:blipFill>
                <a:blip r:embed="rId3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0490AD-D594-9B04-E057-066E8597120A}"/>
              </a:ext>
            </a:extLst>
          </p:cNvPr>
          <p:cNvCxnSpPr>
            <a:cxnSpLocks/>
          </p:cNvCxnSpPr>
          <p:nvPr/>
        </p:nvCxnSpPr>
        <p:spPr>
          <a:xfrm flipH="1">
            <a:off x="6515774" y="5918346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844923-BEE1-21EC-54D5-BA265C553824}"/>
              </a:ext>
            </a:extLst>
          </p:cNvPr>
          <p:cNvGrpSpPr/>
          <p:nvPr/>
        </p:nvGrpSpPr>
        <p:grpSpPr>
          <a:xfrm>
            <a:off x="1505691" y="4100394"/>
            <a:ext cx="2864948" cy="208280"/>
            <a:chOff x="0" y="0"/>
            <a:chExt cx="2864948" cy="208696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64865B-FA31-990D-99BA-80216B80852D}"/>
                </a:ext>
              </a:extLst>
            </p:cNvPr>
            <p:cNvCxnSpPr/>
            <p:nvPr/>
          </p:nvCxnSpPr>
          <p:spPr>
            <a:xfrm flipH="1">
              <a:off x="464695" y="0"/>
              <a:ext cx="1905" cy="193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8602685-CE86-2AC1-E438-BB5329D48874}"/>
                </a:ext>
              </a:extLst>
            </p:cNvPr>
            <p:cNvCxnSpPr/>
            <p:nvPr/>
          </p:nvCxnSpPr>
          <p:spPr>
            <a:xfrm flipH="1">
              <a:off x="9218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A079404-286F-B94E-1981-B07C408A10C9}"/>
                </a:ext>
              </a:extLst>
            </p:cNvPr>
            <p:cNvCxnSpPr/>
            <p:nvPr/>
          </p:nvCxnSpPr>
          <p:spPr>
            <a:xfrm flipH="1">
              <a:off x="13790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AE65FA-4DAD-263D-06B0-A65F5A570EBA}"/>
                </a:ext>
              </a:extLst>
            </p:cNvPr>
            <p:cNvCxnSpPr/>
            <p:nvPr/>
          </p:nvCxnSpPr>
          <p:spPr>
            <a:xfrm flipH="1">
              <a:off x="18362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3DC3EA-E92C-1D22-8BA5-23481B1A2B16}"/>
                </a:ext>
              </a:extLst>
            </p:cNvPr>
            <p:cNvCxnSpPr/>
            <p:nvPr/>
          </p:nvCxnSpPr>
          <p:spPr>
            <a:xfrm flipH="1">
              <a:off x="2293495" y="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A9B85A3-3BBE-24A5-F2E6-8C63AB9880FE}"/>
                </a:ext>
              </a:extLst>
            </p:cNvPr>
            <p:cNvCxnSpPr/>
            <p:nvPr/>
          </p:nvCxnSpPr>
          <p:spPr>
            <a:xfrm>
              <a:off x="0" y="115966"/>
              <a:ext cx="28649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02D41-D763-CB31-2409-220519D4A54D}"/>
                </a:ext>
              </a:extLst>
            </p:cNvPr>
            <p:cNvCxnSpPr/>
            <p:nvPr/>
          </p:nvCxnSpPr>
          <p:spPr>
            <a:xfrm flipH="1">
              <a:off x="2750695" y="14990"/>
              <a:ext cx="2363" cy="193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5C066C-5600-BDCB-49A3-515C13AC8DF4}"/>
              </a:ext>
            </a:extLst>
          </p:cNvPr>
          <p:cNvSpPr txBox="1"/>
          <p:nvPr/>
        </p:nvSpPr>
        <p:spPr>
          <a:xfrm>
            <a:off x="6200468" y="5826013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902C7C-9E8E-774C-607E-500E3E04E9CB}"/>
              </a:ext>
            </a:extLst>
          </p:cNvPr>
          <p:cNvCxnSpPr/>
          <p:nvPr/>
        </p:nvCxnSpPr>
        <p:spPr>
          <a:xfrm>
            <a:off x="7151669" y="6326138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E8314E-64CC-F616-21C3-AEEBB5908974}"/>
              </a:ext>
            </a:extLst>
          </p:cNvPr>
          <p:cNvCxnSpPr>
            <a:cxnSpLocks/>
          </p:cNvCxnSpPr>
          <p:nvPr/>
        </p:nvCxnSpPr>
        <p:spPr>
          <a:xfrm flipH="1">
            <a:off x="7151854" y="639248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70EA81-75F8-5A7F-B03A-137EE73E243D}"/>
              </a:ext>
            </a:extLst>
          </p:cNvPr>
          <p:cNvCxnSpPr>
            <a:cxnSpLocks/>
          </p:cNvCxnSpPr>
          <p:nvPr/>
        </p:nvCxnSpPr>
        <p:spPr>
          <a:xfrm flipH="1">
            <a:off x="7793805" y="639248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7B98D1-D16A-DF26-6FA1-27AD59634B7C}"/>
              </a:ext>
            </a:extLst>
          </p:cNvPr>
          <p:cNvCxnSpPr>
            <a:cxnSpLocks/>
          </p:cNvCxnSpPr>
          <p:nvPr/>
        </p:nvCxnSpPr>
        <p:spPr>
          <a:xfrm flipH="1">
            <a:off x="8430868" y="5919580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48A341-4F6A-8FE2-7DCD-54953F4BCE89}"/>
              </a:ext>
            </a:extLst>
          </p:cNvPr>
          <p:cNvCxnSpPr>
            <a:cxnSpLocks/>
          </p:cNvCxnSpPr>
          <p:nvPr/>
        </p:nvCxnSpPr>
        <p:spPr>
          <a:xfrm flipH="1">
            <a:off x="9060707" y="6396749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BE3CEB-E5F4-86C1-860B-244C595DB366}"/>
              </a:ext>
            </a:extLst>
          </p:cNvPr>
          <p:cNvCxnSpPr>
            <a:cxnSpLocks/>
          </p:cNvCxnSpPr>
          <p:nvPr/>
        </p:nvCxnSpPr>
        <p:spPr>
          <a:xfrm flipH="1">
            <a:off x="9684490" y="5920140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DAF67B-F4F2-CDA1-5438-F814655ADBD1}"/>
              </a:ext>
            </a:extLst>
          </p:cNvPr>
          <p:cNvCxnSpPr>
            <a:cxnSpLocks/>
          </p:cNvCxnSpPr>
          <p:nvPr/>
        </p:nvCxnSpPr>
        <p:spPr>
          <a:xfrm flipV="1">
            <a:off x="7151854" y="5912575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36BC7F-D186-4E1E-9AAA-61AFBB43D461}"/>
              </a:ext>
            </a:extLst>
          </p:cNvPr>
          <p:cNvCxnSpPr>
            <a:cxnSpLocks/>
          </p:cNvCxnSpPr>
          <p:nvPr/>
        </p:nvCxnSpPr>
        <p:spPr>
          <a:xfrm flipV="1">
            <a:off x="8435756" y="5912575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D0F803-C9DE-FC83-6BFF-1D64B771B208}"/>
              </a:ext>
            </a:extLst>
          </p:cNvPr>
          <p:cNvCxnSpPr>
            <a:cxnSpLocks/>
          </p:cNvCxnSpPr>
          <p:nvPr/>
        </p:nvCxnSpPr>
        <p:spPr>
          <a:xfrm flipV="1">
            <a:off x="9069302" y="5912575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894CF1-CC9B-F3F7-93E7-3FC4B8B0D4D9}"/>
              </a:ext>
            </a:extLst>
          </p:cNvPr>
          <p:cNvCxnSpPr>
            <a:cxnSpLocks/>
          </p:cNvCxnSpPr>
          <p:nvPr/>
        </p:nvCxnSpPr>
        <p:spPr>
          <a:xfrm flipV="1">
            <a:off x="9693086" y="5919580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540DBB-83D5-08B6-C835-B3F3C6F235FD}"/>
              </a:ext>
            </a:extLst>
          </p:cNvPr>
          <p:cNvCxnSpPr/>
          <p:nvPr/>
        </p:nvCxnSpPr>
        <p:spPr>
          <a:xfrm>
            <a:off x="8439278" y="632302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1754F0-A3FE-6F59-3203-6E672C6A82A9}"/>
              </a:ext>
            </a:extLst>
          </p:cNvPr>
          <p:cNvCxnSpPr/>
          <p:nvPr/>
        </p:nvCxnSpPr>
        <p:spPr>
          <a:xfrm>
            <a:off x="7784048" y="632302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08A3C29-D9AE-8162-DD30-E3A1C114FFC7}"/>
              </a:ext>
            </a:extLst>
          </p:cNvPr>
          <p:cNvCxnSpPr/>
          <p:nvPr/>
        </p:nvCxnSpPr>
        <p:spPr>
          <a:xfrm>
            <a:off x="9071657" y="6325968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21225B-00EE-C95C-B58F-8E8F110E7AE1}"/>
              </a:ext>
            </a:extLst>
          </p:cNvPr>
          <p:cNvCxnSpPr/>
          <p:nvPr/>
        </p:nvCxnSpPr>
        <p:spPr>
          <a:xfrm>
            <a:off x="9695441" y="6323025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06225B-D12A-EF58-5A2A-BE5C4ECE2887}"/>
              </a:ext>
            </a:extLst>
          </p:cNvPr>
          <p:cNvSpPr txBox="1"/>
          <p:nvPr/>
        </p:nvSpPr>
        <p:spPr>
          <a:xfrm>
            <a:off x="6206520" y="6303364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7A63A0-B95C-B49E-E96A-36CC4D4775C0}"/>
              </a:ext>
            </a:extLst>
          </p:cNvPr>
          <p:cNvSpPr txBox="1"/>
          <p:nvPr/>
        </p:nvSpPr>
        <p:spPr>
          <a:xfrm>
            <a:off x="7012301" y="650580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5D2493-2DDF-2E7F-1F5F-767FFFD24132}"/>
              </a:ext>
            </a:extLst>
          </p:cNvPr>
          <p:cNvSpPr txBox="1"/>
          <p:nvPr/>
        </p:nvSpPr>
        <p:spPr>
          <a:xfrm>
            <a:off x="7652549" y="651117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DF5857-D8E9-599E-47F0-763691F8626B}"/>
              </a:ext>
            </a:extLst>
          </p:cNvPr>
          <p:cNvSpPr txBox="1"/>
          <p:nvPr/>
        </p:nvSpPr>
        <p:spPr>
          <a:xfrm>
            <a:off x="8290759" y="650580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14A637-C769-F8A3-FBA9-88D004E7ED3E}"/>
              </a:ext>
            </a:extLst>
          </p:cNvPr>
          <p:cNvSpPr txBox="1"/>
          <p:nvPr/>
        </p:nvSpPr>
        <p:spPr>
          <a:xfrm>
            <a:off x="8937379" y="650580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BF9446-5583-6067-C733-B098BC6B1247}"/>
              </a:ext>
            </a:extLst>
          </p:cNvPr>
          <p:cNvSpPr txBox="1"/>
          <p:nvPr/>
        </p:nvSpPr>
        <p:spPr>
          <a:xfrm>
            <a:off x="9554036" y="6506552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/>
              <p:nvPr/>
            </p:nvSpPr>
            <p:spPr>
              <a:xfrm>
                <a:off x="10430405" y="6083092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F77D54A-FCC9-9686-0EA3-1F3FFCE34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405" y="6083092"/>
                <a:ext cx="280217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/>
              <p:nvPr/>
            </p:nvSpPr>
            <p:spPr>
              <a:xfrm>
                <a:off x="5942488" y="6076087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FAAEA2-4D81-B50D-3B8A-5BDBF1B8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488" y="6076087"/>
                <a:ext cx="280217" cy="184666"/>
              </a:xfrm>
              <a:prstGeom prst="rect">
                <a:avLst/>
              </a:prstGeom>
              <a:blipFill>
                <a:blip r:embed="rId5"/>
                <a:stretch>
                  <a:fillRect l="-34783" r="-26087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95F096B-EE80-33B0-DB5E-51435B93FF26}"/>
              </a:ext>
            </a:extLst>
          </p:cNvPr>
          <p:cNvCxnSpPr>
            <a:cxnSpLocks/>
          </p:cNvCxnSpPr>
          <p:nvPr/>
        </p:nvCxnSpPr>
        <p:spPr>
          <a:xfrm flipV="1">
            <a:off x="6360307" y="4763848"/>
            <a:ext cx="4078223" cy="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45EAF66-4954-A67D-1C45-6E258763EA1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4" y="4281855"/>
            <a:ext cx="4997" cy="90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5D86181-B967-A625-6391-BB2140C430CF}"/>
              </a:ext>
            </a:extLst>
          </p:cNvPr>
          <p:cNvCxnSpPr>
            <a:cxnSpLocks/>
          </p:cNvCxnSpPr>
          <p:nvPr/>
        </p:nvCxnSpPr>
        <p:spPr>
          <a:xfrm flipH="1">
            <a:off x="6503737" y="5006075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4329252-BD78-92B6-FDAA-E14A027D8A11}"/>
              </a:ext>
            </a:extLst>
          </p:cNvPr>
          <p:cNvSpPr txBox="1"/>
          <p:nvPr/>
        </p:nvSpPr>
        <p:spPr>
          <a:xfrm>
            <a:off x="6212960" y="4432840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05553DF-5754-67EB-4DD6-D5539140B839}"/>
              </a:ext>
            </a:extLst>
          </p:cNvPr>
          <p:cNvCxnSpPr/>
          <p:nvPr/>
        </p:nvCxnSpPr>
        <p:spPr>
          <a:xfrm>
            <a:off x="7151669" y="493973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9BB9914-57DD-65F8-5730-DDE263B4236F}"/>
              </a:ext>
            </a:extLst>
          </p:cNvPr>
          <p:cNvCxnSpPr>
            <a:cxnSpLocks/>
          </p:cNvCxnSpPr>
          <p:nvPr/>
        </p:nvCxnSpPr>
        <p:spPr>
          <a:xfrm flipH="1">
            <a:off x="7151854" y="4539784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589FEA-91E2-CA90-7073-BAFBDE3E7085}"/>
              </a:ext>
            </a:extLst>
          </p:cNvPr>
          <p:cNvCxnSpPr>
            <a:cxnSpLocks/>
          </p:cNvCxnSpPr>
          <p:nvPr/>
        </p:nvCxnSpPr>
        <p:spPr>
          <a:xfrm flipH="1">
            <a:off x="7793805" y="5006075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B8E1CC9-68DC-95AE-B0B6-EFF195EED778}"/>
              </a:ext>
            </a:extLst>
          </p:cNvPr>
          <p:cNvCxnSpPr>
            <a:cxnSpLocks/>
          </p:cNvCxnSpPr>
          <p:nvPr/>
        </p:nvCxnSpPr>
        <p:spPr>
          <a:xfrm flipH="1">
            <a:off x="8427351" y="5003581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B02F09B-9F9B-C695-FA08-95D6FD018FEB}"/>
              </a:ext>
            </a:extLst>
          </p:cNvPr>
          <p:cNvCxnSpPr>
            <a:cxnSpLocks/>
          </p:cNvCxnSpPr>
          <p:nvPr/>
        </p:nvCxnSpPr>
        <p:spPr>
          <a:xfrm flipH="1">
            <a:off x="9065595" y="4533728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3755ADF-C50A-6E61-AA38-96352E41B2B3}"/>
              </a:ext>
            </a:extLst>
          </p:cNvPr>
          <p:cNvCxnSpPr>
            <a:cxnSpLocks/>
          </p:cNvCxnSpPr>
          <p:nvPr/>
        </p:nvCxnSpPr>
        <p:spPr>
          <a:xfrm flipH="1">
            <a:off x="9684490" y="4533734"/>
            <a:ext cx="6419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03C42A-6F55-7FC3-B74E-B3F78AD48CD1}"/>
              </a:ext>
            </a:extLst>
          </p:cNvPr>
          <p:cNvCxnSpPr>
            <a:cxnSpLocks/>
          </p:cNvCxnSpPr>
          <p:nvPr/>
        </p:nvCxnSpPr>
        <p:spPr>
          <a:xfrm flipV="1">
            <a:off x="7151854" y="4526169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B0C61E-B2A7-B5BB-F418-F7C8A93CAEBD}"/>
              </a:ext>
            </a:extLst>
          </p:cNvPr>
          <p:cNvCxnSpPr>
            <a:cxnSpLocks/>
          </p:cNvCxnSpPr>
          <p:nvPr/>
        </p:nvCxnSpPr>
        <p:spPr>
          <a:xfrm flipV="1">
            <a:off x="9069302" y="4526169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D2BBA2-6603-C3D1-C1F8-05A4C49656A3}"/>
              </a:ext>
            </a:extLst>
          </p:cNvPr>
          <p:cNvCxnSpPr/>
          <p:nvPr/>
        </p:nvCxnSpPr>
        <p:spPr>
          <a:xfrm>
            <a:off x="8439278" y="493661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324CB2D-D937-29A5-AF99-C15AFCB53F6D}"/>
              </a:ext>
            </a:extLst>
          </p:cNvPr>
          <p:cNvCxnSpPr/>
          <p:nvPr/>
        </p:nvCxnSpPr>
        <p:spPr>
          <a:xfrm>
            <a:off x="7784048" y="493661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0A79074-F883-1950-641F-3CBE9F19F3DD}"/>
              </a:ext>
            </a:extLst>
          </p:cNvPr>
          <p:cNvCxnSpPr/>
          <p:nvPr/>
        </p:nvCxnSpPr>
        <p:spPr>
          <a:xfrm>
            <a:off x="9071657" y="4939562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12AFD4-F556-104A-9AD3-35E0B8C31DB6}"/>
              </a:ext>
            </a:extLst>
          </p:cNvPr>
          <p:cNvCxnSpPr/>
          <p:nvPr/>
        </p:nvCxnSpPr>
        <p:spPr>
          <a:xfrm>
            <a:off x="9695441" y="4936619"/>
            <a:ext cx="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D8452FE-C0E8-E7E4-F682-214BE2C6D439}"/>
              </a:ext>
            </a:extLst>
          </p:cNvPr>
          <p:cNvSpPr txBox="1"/>
          <p:nvPr/>
        </p:nvSpPr>
        <p:spPr>
          <a:xfrm>
            <a:off x="6210503" y="4925655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807740-3D76-3BC8-DB3B-AA93C2FEB95D}"/>
              </a:ext>
            </a:extLst>
          </p:cNvPr>
          <p:cNvSpPr txBox="1"/>
          <p:nvPr/>
        </p:nvSpPr>
        <p:spPr>
          <a:xfrm>
            <a:off x="7012301" y="5119399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051320-E04C-B1DE-0715-981EA2781F69}"/>
              </a:ext>
            </a:extLst>
          </p:cNvPr>
          <p:cNvSpPr txBox="1"/>
          <p:nvPr/>
        </p:nvSpPr>
        <p:spPr>
          <a:xfrm>
            <a:off x="7652549" y="5124770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7AEFDF-C87F-8E04-4598-4BD9917BD103}"/>
              </a:ext>
            </a:extLst>
          </p:cNvPr>
          <p:cNvSpPr txBox="1"/>
          <p:nvPr/>
        </p:nvSpPr>
        <p:spPr>
          <a:xfrm>
            <a:off x="8290759" y="5119399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3T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D4E321-14C0-D09D-3448-53822D81A037}"/>
              </a:ext>
            </a:extLst>
          </p:cNvPr>
          <p:cNvSpPr txBox="1"/>
          <p:nvPr/>
        </p:nvSpPr>
        <p:spPr>
          <a:xfrm>
            <a:off x="8937379" y="5119399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4T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761C06-3762-1C45-1083-45BAD539CA0F}"/>
              </a:ext>
            </a:extLst>
          </p:cNvPr>
          <p:cNvSpPr txBox="1"/>
          <p:nvPr/>
        </p:nvSpPr>
        <p:spPr>
          <a:xfrm>
            <a:off x="9554036" y="5120146"/>
            <a:ext cx="280217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5T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/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A0D0312-E6C6-9088-C4A1-66151CA7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405" y="4678520"/>
                <a:ext cx="280217" cy="184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/>
              <p:nvPr/>
            </p:nvSpPr>
            <p:spPr>
              <a:xfrm>
                <a:off x="5955891" y="4649126"/>
                <a:ext cx="280217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9CB1551-1CC9-4118-43FF-17785930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891" y="4649126"/>
                <a:ext cx="280217" cy="184666"/>
              </a:xfrm>
              <a:prstGeom prst="rect">
                <a:avLst/>
              </a:prstGeom>
              <a:blipFill>
                <a:blip r:embed="rId7"/>
                <a:stretch>
                  <a:fillRect l="-29167" r="-250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936DD54-EE26-DACF-8B1F-B8FBF40F4A3C}"/>
              </a:ext>
            </a:extLst>
          </p:cNvPr>
          <p:cNvCxnSpPr>
            <a:cxnSpLocks/>
          </p:cNvCxnSpPr>
          <p:nvPr/>
        </p:nvCxnSpPr>
        <p:spPr>
          <a:xfrm flipV="1">
            <a:off x="7784048" y="4526677"/>
            <a:ext cx="0" cy="47990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19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B362E-B0B9-E746-0E03-18FA24A5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422400"/>
            <a:ext cx="7112000" cy="4013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836C8-771F-E051-663A-9F161BD03233}"/>
              </a:ext>
            </a:extLst>
          </p:cNvPr>
          <p:cNvSpPr/>
          <p:nvPr/>
        </p:nvSpPr>
        <p:spPr>
          <a:xfrm>
            <a:off x="5797296" y="3291840"/>
            <a:ext cx="420624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218EC-232D-45D5-39F1-B452578894E5}"/>
              </a:ext>
            </a:extLst>
          </p:cNvPr>
          <p:cNvSpPr/>
          <p:nvPr/>
        </p:nvSpPr>
        <p:spPr>
          <a:xfrm>
            <a:off x="3877056" y="2386584"/>
            <a:ext cx="292608" cy="29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478115-1B3B-6317-78CF-718EF0ACD76A}"/>
              </a:ext>
            </a:extLst>
          </p:cNvPr>
          <p:cNvSpPr/>
          <p:nvPr/>
        </p:nvSpPr>
        <p:spPr>
          <a:xfrm>
            <a:off x="4434840" y="2377440"/>
            <a:ext cx="292608" cy="29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40B52-E323-E630-2075-2199A74701C8}"/>
              </a:ext>
            </a:extLst>
          </p:cNvPr>
          <p:cNvSpPr/>
          <p:nvPr/>
        </p:nvSpPr>
        <p:spPr>
          <a:xfrm>
            <a:off x="6217920" y="4386580"/>
            <a:ext cx="292608" cy="29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468ED4-92D7-E045-D239-5B5EF8A27804}"/>
              </a:ext>
            </a:extLst>
          </p:cNvPr>
          <p:cNvSpPr/>
          <p:nvPr/>
        </p:nvSpPr>
        <p:spPr>
          <a:xfrm>
            <a:off x="6620256" y="4386580"/>
            <a:ext cx="292608" cy="29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F47A2-7295-B020-8EE8-4498AF86289E}"/>
              </a:ext>
            </a:extLst>
          </p:cNvPr>
          <p:cNvSpPr txBox="1"/>
          <p:nvPr/>
        </p:nvSpPr>
        <p:spPr>
          <a:xfrm>
            <a:off x="3014749" y="1845426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9AE50-4ACD-4F86-30E3-F2018B5F2346}"/>
              </a:ext>
            </a:extLst>
          </p:cNvPr>
          <p:cNvSpPr txBox="1"/>
          <p:nvPr/>
        </p:nvSpPr>
        <p:spPr>
          <a:xfrm>
            <a:off x="3014749" y="2497452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901FB-FB17-7E3F-365D-375DB39CC454}"/>
              </a:ext>
            </a:extLst>
          </p:cNvPr>
          <p:cNvSpPr txBox="1"/>
          <p:nvPr/>
        </p:nvSpPr>
        <p:spPr>
          <a:xfrm>
            <a:off x="3014749" y="3859877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66A64-30E0-B67C-4045-284A49B3B064}"/>
              </a:ext>
            </a:extLst>
          </p:cNvPr>
          <p:cNvSpPr txBox="1"/>
          <p:nvPr/>
        </p:nvSpPr>
        <p:spPr>
          <a:xfrm>
            <a:off x="3014749" y="4511903"/>
            <a:ext cx="299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1358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68E418D5-2891-7128-9A0F-BACBB7B60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49" y="1706973"/>
            <a:ext cx="4768337" cy="265682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9DA0A08-C394-E62F-A00D-85B685A62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21" y="1601173"/>
            <a:ext cx="4729308" cy="268023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6B3DFE-C1F5-8EE7-1A65-3B6646CDAC60}"/>
              </a:ext>
            </a:extLst>
          </p:cNvPr>
          <p:cNvCxnSpPr/>
          <p:nvPr/>
        </p:nvCxnSpPr>
        <p:spPr>
          <a:xfrm>
            <a:off x="667685" y="1956216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7C188F-9D6B-B4C6-F282-F93CF87D0104}"/>
              </a:ext>
            </a:extLst>
          </p:cNvPr>
          <p:cNvCxnSpPr/>
          <p:nvPr/>
        </p:nvCxnSpPr>
        <p:spPr>
          <a:xfrm>
            <a:off x="5868650" y="1956216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B9D462-82A2-4E92-90EF-7C6026E9C590}"/>
              </a:ext>
            </a:extLst>
          </p:cNvPr>
          <p:cNvCxnSpPr/>
          <p:nvPr/>
        </p:nvCxnSpPr>
        <p:spPr>
          <a:xfrm>
            <a:off x="667685" y="2738203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2CC268-2ED3-36C9-9089-FA72D0E9A22C}"/>
              </a:ext>
            </a:extLst>
          </p:cNvPr>
          <p:cNvCxnSpPr/>
          <p:nvPr/>
        </p:nvCxnSpPr>
        <p:spPr>
          <a:xfrm>
            <a:off x="5868650" y="2738203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9FAED5-60A8-FC1C-6757-8F0AAA8E5BBA}"/>
              </a:ext>
            </a:extLst>
          </p:cNvPr>
          <p:cNvCxnSpPr/>
          <p:nvPr/>
        </p:nvCxnSpPr>
        <p:spPr>
          <a:xfrm>
            <a:off x="667685" y="3429000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F94EA5E-7DA6-DEC3-D570-17FE979245CD}"/>
              </a:ext>
            </a:extLst>
          </p:cNvPr>
          <p:cNvCxnSpPr/>
          <p:nvPr/>
        </p:nvCxnSpPr>
        <p:spPr>
          <a:xfrm>
            <a:off x="5868650" y="3429000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8960D0-7E7B-7EE3-EAC9-9EFDB8BDCD69}"/>
              </a:ext>
            </a:extLst>
          </p:cNvPr>
          <p:cNvCxnSpPr/>
          <p:nvPr/>
        </p:nvCxnSpPr>
        <p:spPr>
          <a:xfrm flipV="1">
            <a:off x="667685" y="1454046"/>
            <a:ext cx="0" cy="239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D1F542-0C68-58F0-E991-E7F7D1E1B198}"/>
              </a:ext>
            </a:extLst>
          </p:cNvPr>
          <p:cNvCxnSpPr/>
          <p:nvPr/>
        </p:nvCxnSpPr>
        <p:spPr>
          <a:xfrm flipV="1">
            <a:off x="5868650" y="1454046"/>
            <a:ext cx="0" cy="239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261B4A6-8824-5CDF-001F-AF8C883279E0}"/>
              </a:ext>
            </a:extLst>
          </p:cNvPr>
          <p:cNvSpPr txBox="1"/>
          <p:nvPr/>
        </p:nvSpPr>
        <p:spPr>
          <a:xfrm>
            <a:off x="397864" y="1068050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X(t)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A2607B-B065-D0BB-D73E-ECE65E4F8A1D}"/>
              </a:ext>
            </a:extLst>
          </p:cNvPr>
          <p:cNvSpPr txBox="1"/>
          <p:nvPr/>
        </p:nvSpPr>
        <p:spPr>
          <a:xfrm>
            <a:off x="5583925" y="1069788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Y(t)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CF4C49-CC48-4236-C40E-A16727F93CC9}"/>
              </a:ext>
            </a:extLst>
          </p:cNvPr>
          <p:cNvSpPr txBox="1"/>
          <p:nvPr/>
        </p:nvSpPr>
        <p:spPr>
          <a:xfrm>
            <a:off x="2506480" y="3979477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X(t</a:t>
            </a:r>
            <a:r>
              <a:rPr lang="en-US" i="1" baseline="-25000"/>
              <a:t>1</a:t>
            </a:r>
            <a:r>
              <a:rPr lang="en-US" i="1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BAE3A5-DDDC-3E36-9C04-5AD49DD882EE}"/>
              </a:ext>
            </a:extLst>
          </p:cNvPr>
          <p:cNvSpPr txBox="1"/>
          <p:nvPr/>
        </p:nvSpPr>
        <p:spPr>
          <a:xfrm>
            <a:off x="8233305" y="3979477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Y(t</a:t>
            </a:r>
            <a:r>
              <a:rPr lang="en-US" i="1" baseline="-25000"/>
              <a:t>2</a:t>
            </a:r>
            <a:r>
              <a:rPr lang="en-US" i="1"/>
              <a:t>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F12BEE-9107-516C-DE74-DF3BBCF32D26}"/>
              </a:ext>
            </a:extLst>
          </p:cNvPr>
          <p:cNvCxnSpPr/>
          <p:nvPr/>
        </p:nvCxnSpPr>
        <p:spPr>
          <a:xfrm flipV="1">
            <a:off x="2780675" y="1621298"/>
            <a:ext cx="0" cy="2358179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3302B9-3249-849D-B676-D943C215D142}"/>
              </a:ext>
            </a:extLst>
          </p:cNvPr>
          <p:cNvCxnSpPr/>
          <p:nvPr/>
        </p:nvCxnSpPr>
        <p:spPr>
          <a:xfrm flipV="1">
            <a:off x="8516911" y="1621298"/>
            <a:ext cx="0" cy="2358179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86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9D0A84-C987-1255-7539-AEBA422F6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912" y="1801374"/>
            <a:ext cx="4965700" cy="30607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D0BA7F-96AA-E1A3-961D-8CF90A827373}"/>
              </a:ext>
            </a:extLst>
          </p:cNvPr>
          <p:cNvCxnSpPr/>
          <p:nvPr/>
        </p:nvCxnSpPr>
        <p:spPr>
          <a:xfrm>
            <a:off x="1819072" y="4862074"/>
            <a:ext cx="55934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64CBBF-2030-DA83-6F03-FBEDC3C98661}"/>
              </a:ext>
            </a:extLst>
          </p:cNvPr>
          <p:cNvCxnSpPr/>
          <p:nvPr/>
        </p:nvCxnSpPr>
        <p:spPr>
          <a:xfrm flipV="1">
            <a:off x="4675762" y="1400783"/>
            <a:ext cx="0" cy="36089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8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59D57E-E0B9-8AC6-8D07-65581BA0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419" y="1706973"/>
            <a:ext cx="4768337" cy="26568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929CE-DAEE-E9A8-34D1-43BB12B27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20" y="1601173"/>
            <a:ext cx="4729308" cy="268023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492604C-E0B9-608E-ACCE-76C1233893C0}"/>
              </a:ext>
            </a:extLst>
          </p:cNvPr>
          <p:cNvCxnSpPr/>
          <p:nvPr/>
        </p:nvCxnSpPr>
        <p:spPr>
          <a:xfrm>
            <a:off x="362884" y="1956216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743935-BF0B-0E79-8EC9-D2750B0CF845}"/>
              </a:ext>
            </a:extLst>
          </p:cNvPr>
          <p:cNvCxnSpPr/>
          <p:nvPr/>
        </p:nvCxnSpPr>
        <p:spPr>
          <a:xfrm>
            <a:off x="6065420" y="1956216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1434AA-9566-2193-0720-881EA1F0ECE7}"/>
              </a:ext>
            </a:extLst>
          </p:cNvPr>
          <p:cNvCxnSpPr/>
          <p:nvPr/>
        </p:nvCxnSpPr>
        <p:spPr>
          <a:xfrm>
            <a:off x="362884" y="2738203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5A4346-8972-6349-2C93-F4D75087266D}"/>
              </a:ext>
            </a:extLst>
          </p:cNvPr>
          <p:cNvCxnSpPr/>
          <p:nvPr/>
        </p:nvCxnSpPr>
        <p:spPr>
          <a:xfrm>
            <a:off x="6065420" y="2738203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BC57A2-6651-42E6-D27C-2DF7EB4F5680}"/>
              </a:ext>
            </a:extLst>
          </p:cNvPr>
          <p:cNvCxnSpPr/>
          <p:nvPr/>
        </p:nvCxnSpPr>
        <p:spPr>
          <a:xfrm>
            <a:off x="362884" y="3429000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CCB31E-9E40-0D3C-5125-72B2412E2997}"/>
              </a:ext>
            </a:extLst>
          </p:cNvPr>
          <p:cNvCxnSpPr/>
          <p:nvPr/>
        </p:nvCxnSpPr>
        <p:spPr>
          <a:xfrm>
            <a:off x="6065420" y="3429000"/>
            <a:ext cx="4893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2C6BFA-83E7-4CF8-F5E8-6DCEEAAC9A62}"/>
              </a:ext>
            </a:extLst>
          </p:cNvPr>
          <p:cNvCxnSpPr/>
          <p:nvPr/>
        </p:nvCxnSpPr>
        <p:spPr>
          <a:xfrm flipV="1">
            <a:off x="362884" y="1454046"/>
            <a:ext cx="0" cy="239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9125BC-40D5-DA72-5343-1BBA2389986C}"/>
              </a:ext>
            </a:extLst>
          </p:cNvPr>
          <p:cNvCxnSpPr/>
          <p:nvPr/>
        </p:nvCxnSpPr>
        <p:spPr>
          <a:xfrm flipV="1">
            <a:off x="6065420" y="1454046"/>
            <a:ext cx="0" cy="239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23D9C5D-CCA6-7F94-AEEB-A53FDF64B728}"/>
              </a:ext>
            </a:extLst>
          </p:cNvPr>
          <p:cNvSpPr txBox="1"/>
          <p:nvPr/>
        </p:nvSpPr>
        <p:spPr>
          <a:xfrm>
            <a:off x="93063" y="1068050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X(t)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EE5DE-BF53-09FC-08D7-96C4EB499F22}"/>
              </a:ext>
            </a:extLst>
          </p:cNvPr>
          <p:cNvSpPr txBox="1"/>
          <p:nvPr/>
        </p:nvSpPr>
        <p:spPr>
          <a:xfrm>
            <a:off x="5780695" y="1069788"/>
            <a:ext cx="85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Y(t)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838625-2A3D-BDEB-DF9D-FEC90759E121}"/>
              </a:ext>
            </a:extLst>
          </p:cNvPr>
          <p:cNvCxnSpPr/>
          <p:nvPr/>
        </p:nvCxnSpPr>
        <p:spPr>
          <a:xfrm>
            <a:off x="5416952" y="1956216"/>
            <a:ext cx="50928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4B4746-1156-AFD7-75EB-35E36641031A}"/>
              </a:ext>
            </a:extLst>
          </p:cNvPr>
          <p:cNvCxnSpPr/>
          <p:nvPr/>
        </p:nvCxnSpPr>
        <p:spPr>
          <a:xfrm>
            <a:off x="5416952" y="2738203"/>
            <a:ext cx="50928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EE8FAE-25A5-161F-DC17-2222CEA782BB}"/>
              </a:ext>
            </a:extLst>
          </p:cNvPr>
          <p:cNvCxnSpPr/>
          <p:nvPr/>
        </p:nvCxnSpPr>
        <p:spPr>
          <a:xfrm>
            <a:off x="5416952" y="3429000"/>
            <a:ext cx="509286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6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95F0FFD-03AC-4E88-1D4D-B6074595D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4698"/>
            <a:ext cx="7772400" cy="62086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85C80A-A24F-AD2C-0865-10F90DC1253D}"/>
                  </a:ext>
                </a:extLst>
              </p:cNvPr>
              <p:cNvSpPr txBox="1"/>
              <p:nvPr/>
            </p:nvSpPr>
            <p:spPr>
              <a:xfrm>
                <a:off x="4282966" y="6206438"/>
                <a:ext cx="189237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85C80A-A24F-AD2C-0865-10F90DC12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966" y="6206438"/>
                <a:ext cx="1892378" cy="276999"/>
              </a:xfrm>
              <a:prstGeom prst="rect">
                <a:avLst/>
              </a:prstGeom>
              <a:blipFill>
                <a:blip r:embed="rId3"/>
                <a:stretch>
                  <a:fillRect l="-2667" t="-8696" r="-40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2F23077A-0221-67A5-4CB6-672774C33643}"/>
              </a:ext>
            </a:extLst>
          </p:cNvPr>
          <p:cNvSpPr/>
          <p:nvPr/>
        </p:nvSpPr>
        <p:spPr>
          <a:xfrm>
            <a:off x="4980879" y="668458"/>
            <a:ext cx="200722" cy="5171090"/>
          </a:xfrm>
          <a:prstGeom prst="rect">
            <a:avLst/>
          </a:prstGeom>
          <a:solidFill>
            <a:schemeClr val="tx2">
              <a:lumMod val="20000"/>
              <a:lumOff val="80000"/>
              <a:alpha val="4800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16CD0-2DD3-D111-C1F5-0D51080BEF0A}"/>
              </a:ext>
            </a:extLst>
          </p:cNvPr>
          <p:cNvSpPr/>
          <p:nvPr/>
        </p:nvSpPr>
        <p:spPr>
          <a:xfrm>
            <a:off x="5229155" y="1457093"/>
            <a:ext cx="1238552" cy="245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511986-C6CF-B724-91C2-849364750DDD}"/>
              </a:ext>
            </a:extLst>
          </p:cNvPr>
          <p:cNvSpPr/>
          <p:nvPr/>
        </p:nvSpPr>
        <p:spPr>
          <a:xfrm>
            <a:off x="5244022" y="3131339"/>
            <a:ext cx="1283157" cy="245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91E703-8D44-777E-1041-F1815234B4AF}"/>
              </a:ext>
            </a:extLst>
          </p:cNvPr>
          <p:cNvSpPr/>
          <p:nvPr/>
        </p:nvSpPr>
        <p:spPr>
          <a:xfrm>
            <a:off x="4857448" y="5911247"/>
            <a:ext cx="1238552" cy="245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C3D28C-ACBB-0758-8D6F-C6B59B21F278}"/>
              </a:ext>
            </a:extLst>
          </p:cNvPr>
          <p:cNvSpPr/>
          <p:nvPr/>
        </p:nvSpPr>
        <p:spPr>
          <a:xfrm>
            <a:off x="3583263" y="3671082"/>
            <a:ext cx="3850886" cy="277000"/>
          </a:xfrm>
          <a:prstGeom prst="rect">
            <a:avLst/>
          </a:prstGeom>
          <a:solidFill>
            <a:schemeClr val="accent6">
              <a:lumMod val="20000"/>
              <a:lumOff val="80000"/>
              <a:alpha val="5012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6C131A-05D4-C007-1E01-94A1C5A7E6A1}"/>
                  </a:ext>
                </a:extLst>
              </p:cNvPr>
              <p:cNvSpPr txBox="1"/>
              <p:nvPr/>
            </p:nvSpPr>
            <p:spPr>
              <a:xfrm>
                <a:off x="7185102" y="3965499"/>
                <a:ext cx="4869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6C131A-05D4-C007-1E01-94A1C5A7E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102" y="3965499"/>
                <a:ext cx="486936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0EFD38-A1EA-FF2A-99CF-BE9623AC17EF}"/>
              </a:ext>
            </a:extLst>
          </p:cNvPr>
          <p:cNvCxnSpPr>
            <a:cxnSpLocks/>
          </p:cNvCxnSpPr>
          <p:nvPr/>
        </p:nvCxnSpPr>
        <p:spPr>
          <a:xfrm>
            <a:off x="7434149" y="3744411"/>
            <a:ext cx="0" cy="292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B39AA04-7E51-A77B-1552-A0920029B36D}"/>
              </a:ext>
            </a:extLst>
          </p:cNvPr>
          <p:cNvSpPr/>
          <p:nvPr/>
        </p:nvSpPr>
        <p:spPr>
          <a:xfrm>
            <a:off x="4262564" y="6133963"/>
            <a:ext cx="1912780" cy="443331"/>
          </a:xfrm>
          <a:prstGeom prst="rect">
            <a:avLst/>
          </a:prstGeom>
          <a:solidFill>
            <a:schemeClr val="tx2">
              <a:lumMod val="20000"/>
              <a:lumOff val="80000"/>
              <a:alpha val="4800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2140C3-ED65-26C9-9D03-4845AB178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588" y="3196569"/>
            <a:ext cx="1638300" cy="3556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9437168-B8A9-8351-F819-BA8EB79EE1C3}"/>
              </a:ext>
            </a:extLst>
          </p:cNvPr>
          <p:cNvSpPr/>
          <p:nvPr/>
        </p:nvSpPr>
        <p:spPr>
          <a:xfrm>
            <a:off x="5882588" y="3136436"/>
            <a:ext cx="1667435" cy="490654"/>
          </a:xfrm>
          <a:prstGeom prst="rect">
            <a:avLst/>
          </a:prstGeom>
          <a:solidFill>
            <a:schemeClr val="accent6">
              <a:lumMod val="20000"/>
              <a:lumOff val="80000"/>
              <a:alpha val="5012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09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0DF9DA-EB47-7900-EDDB-CA8291EFF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0" y="1930400"/>
            <a:ext cx="5156200" cy="29972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CE077F-B7F7-484E-E2E6-4DF223677E50}"/>
              </a:ext>
            </a:extLst>
          </p:cNvPr>
          <p:cNvCxnSpPr/>
          <p:nvPr/>
        </p:nvCxnSpPr>
        <p:spPr>
          <a:xfrm>
            <a:off x="3517900" y="4927600"/>
            <a:ext cx="52788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12743D-D436-D125-682F-A2B38C389D4C}"/>
              </a:ext>
            </a:extLst>
          </p:cNvPr>
          <p:cNvCxnSpPr/>
          <p:nvPr/>
        </p:nvCxnSpPr>
        <p:spPr>
          <a:xfrm flipV="1">
            <a:off x="3517900" y="1215342"/>
            <a:ext cx="0" cy="37122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2A36AB-FC4C-9E08-E431-B0A5CAFD2945}"/>
              </a:ext>
            </a:extLst>
          </p:cNvPr>
          <p:cNvSpPr txBox="1"/>
          <p:nvPr/>
        </p:nvSpPr>
        <p:spPr>
          <a:xfrm>
            <a:off x="8796759" y="4696767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594D5-830E-DBDA-7E91-DA48E61AD3ED}"/>
              </a:ext>
            </a:extLst>
          </p:cNvPr>
          <p:cNvSpPr txBox="1"/>
          <p:nvPr/>
        </p:nvSpPr>
        <p:spPr>
          <a:xfrm>
            <a:off x="2764420" y="984508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h(t)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977AFF-DA90-899C-3BAE-90B830BC7663}"/>
                  </a:ext>
                </a:extLst>
              </p:cNvPr>
              <p:cNvSpPr txBox="1"/>
              <p:nvPr/>
            </p:nvSpPr>
            <p:spPr>
              <a:xfrm>
                <a:off x="3420057" y="1677006"/>
                <a:ext cx="851324" cy="424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CA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1400" i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977AFF-DA90-899C-3BAE-90B830BC7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57" y="1677006"/>
                <a:ext cx="851324" cy="424155"/>
              </a:xfrm>
              <a:prstGeom prst="rect">
                <a:avLst/>
              </a:prstGeom>
              <a:blipFill>
                <a:blip r:embed="rId3"/>
                <a:stretch>
                  <a:fillRect l="-12143" t="-90000" r="-28571" b="-14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84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B18D6F7-D273-16E0-B46F-C9835CCD91CB}"/>
              </a:ext>
            </a:extLst>
          </p:cNvPr>
          <p:cNvCxnSpPr>
            <a:cxnSpLocks/>
          </p:cNvCxnSpPr>
          <p:nvPr/>
        </p:nvCxnSpPr>
        <p:spPr>
          <a:xfrm flipV="1">
            <a:off x="6096000" y="1233377"/>
            <a:ext cx="0" cy="4359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05158F-5F4C-C4EF-8D3E-327A070D92E8}"/>
              </a:ext>
            </a:extLst>
          </p:cNvPr>
          <p:cNvCxnSpPr>
            <a:cxnSpLocks/>
          </p:cNvCxnSpPr>
          <p:nvPr/>
        </p:nvCxnSpPr>
        <p:spPr>
          <a:xfrm>
            <a:off x="3899861" y="3434316"/>
            <a:ext cx="436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D9EDA15-EB67-A2AD-7CD2-1C1917E635E6}"/>
              </a:ext>
            </a:extLst>
          </p:cNvPr>
          <p:cNvSpPr/>
          <p:nvPr/>
        </p:nvSpPr>
        <p:spPr>
          <a:xfrm>
            <a:off x="6756655" y="2658140"/>
            <a:ext cx="101346" cy="1063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C497C0-CADA-8657-8917-6334300E1FF4}"/>
              </a:ext>
            </a:extLst>
          </p:cNvPr>
          <p:cNvSpPr/>
          <p:nvPr/>
        </p:nvSpPr>
        <p:spPr>
          <a:xfrm>
            <a:off x="5337545" y="2658140"/>
            <a:ext cx="101346" cy="1063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7B22AB-8C71-FAA7-8EDA-3A3AD906EB4D}"/>
              </a:ext>
            </a:extLst>
          </p:cNvPr>
          <p:cNvSpPr/>
          <p:nvPr/>
        </p:nvSpPr>
        <p:spPr>
          <a:xfrm>
            <a:off x="6760193" y="4086458"/>
            <a:ext cx="101346" cy="1063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E31B9E-17D5-C2A3-A1C2-EF3624FA991D}"/>
              </a:ext>
            </a:extLst>
          </p:cNvPr>
          <p:cNvSpPr/>
          <p:nvPr/>
        </p:nvSpPr>
        <p:spPr>
          <a:xfrm>
            <a:off x="5341083" y="4086458"/>
            <a:ext cx="101346" cy="1063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3A3910F5-0A98-EF57-0030-258FEA9617F9}"/>
              </a:ext>
            </a:extLst>
          </p:cNvPr>
          <p:cNvSpPr/>
          <p:nvPr/>
        </p:nvSpPr>
        <p:spPr>
          <a:xfrm>
            <a:off x="7453424" y="1903227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C38F4228-8EEB-E4B3-3EAA-D96B737A229D}"/>
              </a:ext>
            </a:extLst>
          </p:cNvPr>
          <p:cNvSpPr/>
          <p:nvPr/>
        </p:nvSpPr>
        <p:spPr>
          <a:xfrm>
            <a:off x="4579089" y="1903227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y 14">
            <a:extLst>
              <a:ext uri="{FF2B5EF4-FFF2-40B4-BE49-F238E27FC236}">
                <a16:creationId xmlns:a16="http://schemas.microsoft.com/office/drawing/2014/main" id="{3D49CF78-27CB-19C0-B74E-62E7A30A5010}"/>
              </a:ext>
            </a:extLst>
          </p:cNvPr>
          <p:cNvSpPr/>
          <p:nvPr/>
        </p:nvSpPr>
        <p:spPr>
          <a:xfrm>
            <a:off x="7453424" y="4784652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6C94D0C3-0217-6FE2-542F-78D7749472F1}"/>
              </a:ext>
            </a:extLst>
          </p:cNvPr>
          <p:cNvSpPr/>
          <p:nvPr/>
        </p:nvSpPr>
        <p:spPr>
          <a:xfrm>
            <a:off x="4567021" y="4784652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CF400186-0D87-A916-5917-9AC533B494B1}"/>
              </a:ext>
            </a:extLst>
          </p:cNvPr>
          <p:cNvSpPr/>
          <p:nvPr/>
        </p:nvSpPr>
        <p:spPr>
          <a:xfrm>
            <a:off x="6005623" y="2918637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y 17">
            <a:extLst>
              <a:ext uri="{FF2B5EF4-FFF2-40B4-BE49-F238E27FC236}">
                <a16:creationId xmlns:a16="http://schemas.microsoft.com/office/drawing/2014/main" id="{91F4C010-765E-F3C4-5AA8-843D21F55675}"/>
              </a:ext>
            </a:extLst>
          </p:cNvPr>
          <p:cNvSpPr/>
          <p:nvPr/>
        </p:nvSpPr>
        <p:spPr>
          <a:xfrm>
            <a:off x="6005623" y="3694818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D76C9A-A086-503B-8CCD-911743D365A9}"/>
              </a:ext>
            </a:extLst>
          </p:cNvPr>
          <p:cNvSpPr txBox="1"/>
          <p:nvPr/>
        </p:nvSpPr>
        <p:spPr>
          <a:xfrm>
            <a:off x="8351875" y="3244334"/>
            <a:ext cx="102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4295A7-9F27-5527-12C1-9A453CDFB65E}"/>
              </a:ext>
            </a:extLst>
          </p:cNvPr>
          <p:cNvSpPr txBox="1"/>
          <p:nvPr/>
        </p:nvSpPr>
        <p:spPr>
          <a:xfrm>
            <a:off x="5507305" y="927841"/>
            <a:ext cx="1177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Imaginary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D0E26-F7F0-1CEE-95A4-928323348A0D}"/>
              </a:ext>
            </a:extLst>
          </p:cNvPr>
          <p:cNvSpPr txBox="1"/>
          <p:nvPr/>
        </p:nvSpPr>
        <p:spPr>
          <a:xfrm>
            <a:off x="7860107" y="1196167"/>
            <a:ext cx="117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jω domain</a:t>
            </a:r>
          </a:p>
        </p:txBody>
      </p:sp>
    </p:spTree>
    <p:extLst>
      <p:ext uri="{BB962C8B-B14F-4D97-AF65-F5344CB8AC3E}">
        <p14:creationId xmlns:p14="http://schemas.microsoft.com/office/powerpoint/2010/main" val="40852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3F56D7C-C515-1574-5B0F-3BDB12BA5489}"/>
              </a:ext>
            </a:extLst>
          </p:cNvPr>
          <p:cNvCxnSpPr>
            <a:cxnSpLocks/>
          </p:cNvCxnSpPr>
          <p:nvPr/>
        </p:nvCxnSpPr>
        <p:spPr>
          <a:xfrm flipV="1">
            <a:off x="6096000" y="1816100"/>
            <a:ext cx="0" cy="292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63548C-2E8B-F15C-183F-AEC3FDB93328}"/>
              </a:ext>
            </a:extLst>
          </p:cNvPr>
          <p:cNvCxnSpPr>
            <a:cxnSpLocks/>
          </p:cNvCxnSpPr>
          <p:nvPr/>
        </p:nvCxnSpPr>
        <p:spPr>
          <a:xfrm>
            <a:off x="4660900" y="3434316"/>
            <a:ext cx="30479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ultiply 11">
            <a:extLst>
              <a:ext uri="{FF2B5EF4-FFF2-40B4-BE49-F238E27FC236}">
                <a16:creationId xmlns:a16="http://schemas.microsoft.com/office/drawing/2014/main" id="{643727AB-12EA-83A1-1654-64A6F3846369}"/>
              </a:ext>
            </a:extLst>
          </p:cNvPr>
          <p:cNvSpPr/>
          <p:nvPr/>
        </p:nvSpPr>
        <p:spPr>
          <a:xfrm>
            <a:off x="6005623" y="2651937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y 12">
            <a:extLst>
              <a:ext uri="{FF2B5EF4-FFF2-40B4-BE49-F238E27FC236}">
                <a16:creationId xmlns:a16="http://schemas.microsoft.com/office/drawing/2014/main" id="{1EF9AEC0-8615-3185-7B38-F3FCD9CA56DE}"/>
              </a:ext>
            </a:extLst>
          </p:cNvPr>
          <p:cNvSpPr/>
          <p:nvPr/>
        </p:nvSpPr>
        <p:spPr>
          <a:xfrm>
            <a:off x="6005623" y="3961518"/>
            <a:ext cx="180754" cy="180754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BA2DF-5A00-E2DD-50B8-26D36890DCBB}"/>
              </a:ext>
            </a:extLst>
          </p:cNvPr>
          <p:cNvSpPr txBox="1"/>
          <p:nvPr/>
        </p:nvSpPr>
        <p:spPr>
          <a:xfrm>
            <a:off x="7799266" y="3244334"/>
            <a:ext cx="102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C5D4AB-CFD5-99F2-BB25-FB16644063CB}"/>
              </a:ext>
            </a:extLst>
          </p:cNvPr>
          <p:cNvSpPr txBox="1"/>
          <p:nvPr/>
        </p:nvSpPr>
        <p:spPr>
          <a:xfrm>
            <a:off x="5507305" y="1374033"/>
            <a:ext cx="1177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8916B-67B6-62F1-6BC4-E10086D33A33}"/>
              </a:ext>
            </a:extLst>
          </p:cNvPr>
          <p:cNvSpPr txBox="1"/>
          <p:nvPr/>
        </p:nvSpPr>
        <p:spPr>
          <a:xfrm>
            <a:off x="6276754" y="2537783"/>
            <a:ext cx="1863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+ja (+ve time)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3C4591-6594-6360-4D65-CB51B60BD42D}"/>
              </a:ext>
            </a:extLst>
          </p:cNvPr>
          <p:cNvSpPr txBox="1"/>
          <p:nvPr/>
        </p:nvSpPr>
        <p:spPr>
          <a:xfrm>
            <a:off x="6276754" y="3867229"/>
            <a:ext cx="143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-ja (-ve time)</a:t>
            </a:r>
          </a:p>
        </p:txBody>
      </p:sp>
    </p:spTree>
    <p:extLst>
      <p:ext uri="{BB962C8B-B14F-4D97-AF65-F5344CB8AC3E}">
        <p14:creationId xmlns:p14="http://schemas.microsoft.com/office/powerpoint/2010/main" val="349159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29578B-4F3A-9DC1-935F-510604CA3AF3}"/>
              </a:ext>
            </a:extLst>
          </p:cNvPr>
          <p:cNvCxnSpPr>
            <a:cxnSpLocks/>
          </p:cNvCxnSpPr>
          <p:nvPr/>
        </p:nvCxnSpPr>
        <p:spPr>
          <a:xfrm>
            <a:off x="3797300" y="3513417"/>
            <a:ext cx="527924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8EF282-9360-664F-BBEA-A1A64373BD53}"/>
              </a:ext>
            </a:extLst>
          </p:cNvPr>
          <p:cNvCxnSpPr>
            <a:cxnSpLocks/>
          </p:cNvCxnSpPr>
          <p:nvPr/>
        </p:nvCxnSpPr>
        <p:spPr>
          <a:xfrm flipV="1">
            <a:off x="3797300" y="577121"/>
            <a:ext cx="0" cy="376253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E77BA0-D436-A4EC-4C70-753BBCFEA34B}"/>
              </a:ext>
            </a:extLst>
          </p:cNvPr>
          <p:cNvSpPr txBox="1"/>
          <p:nvPr/>
        </p:nvSpPr>
        <p:spPr>
          <a:xfrm>
            <a:off x="3115456" y="500618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M</a:t>
            </a:r>
            <a:r>
              <a:rPr lang="en-US" sz="2400" i="1" baseline="-25000"/>
              <a:t>T</a:t>
            </a:r>
            <a:endParaRPr lang="en-US" sz="24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08A58-5F1E-0D23-53C7-595FCB9D1F67}"/>
              </a:ext>
            </a:extLst>
          </p:cNvPr>
          <p:cNvSpPr txBox="1"/>
          <p:nvPr/>
        </p:nvSpPr>
        <p:spPr>
          <a:xfrm>
            <a:off x="9076544" y="3282584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74D208-06FD-0F56-EA86-0A5768A1A121}"/>
                  </a:ext>
                </a:extLst>
              </p14:cNvPr>
              <p14:cNvContentPartPr/>
              <p14:nvPr/>
            </p14:nvContentPartPr>
            <p14:xfrm>
              <a:off x="3807100" y="1966910"/>
              <a:ext cx="4971600" cy="849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74D208-06FD-0F56-EA86-0A5768A1A1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2780" y="1962590"/>
                <a:ext cx="4980240" cy="8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179E32-410A-0536-CFC4-13DB4FF6A225}"/>
                  </a:ext>
                </a:extLst>
              </p14:cNvPr>
              <p14:cNvContentPartPr/>
              <p14:nvPr/>
            </p14:nvContentPartPr>
            <p14:xfrm>
              <a:off x="3799900" y="2379470"/>
              <a:ext cx="5063040" cy="378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179E32-410A-0536-CFC4-13DB4FF6A2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5580" y="2375150"/>
                <a:ext cx="507168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3C0FED-195A-1B2C-5C58-1A9CDAB67843}"/>
                  </a:ext>
                </a:extLst>
              </p14:cNvPr>
              <p14:cNvContentPartPr/>
              <p14:nvPr/>
            </p14:nvContentPartPr>
            <p14:xfrm>
              <a:off x="3814660" y="2194430"/>
              <a:ext cx="4868640" cy="49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3C0FED-195A-1B2C-5C58-1A9CDAB678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0340" y="2190110"/>
                <a:ext cx="487728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B829BA-78EF-B1AD-06E4-C9C6E8C30E37}"/>
                  </a:ext>
                </a:extLst>
              </p14:cNvPr>
              <p14:cNvContentPartPr/>
              <p14:nvPr/>
            </p14:nvContentPartPr>
            <p14:xfrm>
              <a:off x="3820060" y="2137550"/>
              <a:ext cx="4781880" cy="548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B829BA-78EF-B1AD-06E4-C9C6E8C30E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15740" y="2133230"/>
                <a:ext cx="4790520" cy="55692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C8648D7-F78B-D816-A77D-E84E3A8FF54F}"/>
              </a:ext>
            </a:extLst>
          </p:cNvPr>
          <p:cNvSpPr txBox="1"/>
          <p:nvPr/>
        </p:nvSpPr>
        <p:spPr>
          <a:xfrm>
            <a:off x="4107305" y="1490867"/>
            <a:ext cx="851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/>
              <a:t>X</a:t>
            </a:r>
            <a:r>
              <a:rPr lang="en-US" sz="1600" i="1" baseline="-25000"/>
              <a:t>1</a:t>
            </a:r>
            <a:r>
              <a:rPr lang="en-US" sz="1600" i="1"/>
              <a:t>(t)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DB11C1-9F37-65B5-B2FF-9863D041F8E5}"/>
              </a:ext>
            </a:extLst>
          </p:cNvPr>
          <p:cNvCxnSpPr/>
          <p:nvPr/>
        </p:nvCxnSpPr>
        <p:spPr>
          <a:xfrm flipH="1">
            <a:off x="4107305" y="1829421"/>
            <a:ext cx="134911" cy="20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C5A90D-1235-BB45-8DD9-5A1E8C643F15}"/>
              </a:ext>
            </a:extLst>
          </p:cNvPr>
          <p:cNvSpPr txBox="1"/>
          <p:nvPr/>
        </p:nvSpPr>
        <p:spPr>
          <a:xfrm>
            <a:off x="3948219" y="2729509"/>
            <a:ext cx="851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X</a:t>
            </a:r>
            <a:r>
              <a:rPr lang="en-US" sz="1600" i="1" baseline="-25000" dirty="0"/>
              <a:t>2</a:t>
            </a:r>
            <a:r>
              <a:rPr lang="en-US" sz="1600" i="1" dirty="0"/>
              <a:t>(t)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453214-12AB-1BD2-207B-DE4306498728}"/>
              </a:ext>
            </a:extLst>
          </p:cNvPr>
          <p:cNvCxnSpPr/>
          <p:nvPr/>
        </p:nvCxnSpPr>
        <p:spPr>
          <a:xfrm flipH="1" flipV="1">
            <a:off x="3937417" y="2706713"/>
            <a:ext cx="89941" cy="11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BC8E53-6C8C-EBE9-04CC-A28799FEFB73}"/>
                  </a:ext>
                </a:extLst>
              </p:cNvPr>
              <p:cNvSpPr txBox="1"/>
              <p:nvPr/>
            </p:nvSpPr>
            <p:spPr>
              <a:xfrm>
                <a:off x="5766587" y="2850184"/>
                <a:ext cx="1484891" cy="378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CA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CA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CA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1600" i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BC8E53-6C8C-EBE9-04CC-A28799FEF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587" y="2850184"/>
                <a:ext cx="1484891" cy="378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ED3C672-B35B-BE3E-9DB4-D2C28DDF9D73}"/>
              </a:ext>
            </a:extLst>
          </p:cNvPr>
          <p:cNvSpPr txBox="1"/>
          <p:nvPr/>
        </p:nvSpPr>
        <p:spPr>
          <a:xfrm>
            <a:off x="6096000" y="3513417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T</a:t>
            </a:r>
            <a:r>
              <a:rPr lang="en-US" sz="2400" i="1" baseline="-25000"/>
              <a:t>1</a:t>
            </a:r>
            <a:endParaRPr lang="en-US" sz="2400" i="1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80CECF-B8FB-70F8-5493-7DE2C5FF694A}"/>
              </a:ext>
            </a:extLst>
          </p:cNvPr>
          <p:cNvCxnSpPr/>
          <p:nvPr/>
        </p:nvCxnSpPr>
        <p:spPr>
          <a:xfrm>
            <a:off x="6292900" y="3429000"/>
            <a:ext cx="0" cy="191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9EE420D-6529-B4C3-C49C-7F347E291F61}"/>
              </a:ext>
            </a:extLst>
          </p:cNvPr>
          <p:cNvSpPr/>
          <p:nvPr/>
        </p:nvSpPr>
        <p:spPr>
          <a:xfrm>
            <a:off x="6292900" y="2379470"/>
            <a:ext cx="45719" cy="4370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28F55-9E1D-B761-4D8C-A7E238F41337}"/>
                  </a:ext>
                </a:extLst>
              </p:cNvPr>
              <p:cNvSpPr txBox="1"/>
              <p:nvPr/>
            </p:nvSpPr>
            <p:spPr>
              <a:xfrm>
                <a:off x="8862258" y="2432658"/>
                <a:ext cx="14848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CA" sz="16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sz="16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CA" sz="1600" b="0" i="1" dirty="0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1600" b="0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528F55-9E1D-B761-4D8C-A7E238F41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58" y="2432658"/>
                <a:ext cx="1484891" cy="584775"/>
              </a:xfrm>
              <a:prstGeom prst="rect">
                <a:avLst/>
              </a:prstGeom>
              <a:blipFill>
                <a:blip r:embed="rId11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85264A-093A-9769-DE59-49661F38949A}"/>
                  </a:ext>
                </a:extLst>
              </p:cNvPr>
              <p:cNvSpPr txBox="1"/>
              <p:nvPr/>
            </p:nvSpPr>
            <p:spPr>
              <a:xfrm>
                <a:off x="9049716" y="2130806"/>
                <a:ext cx="10363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as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600" i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85264A-093A-9769-DE59-49661F389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716" y="2130806"/>
                <a:ext cx="1036363" cy="338554"/>
              </a:xfrm>
              <a:prstGeom prst="rect">
                <a:avLst/>
              </a:prstGeom>
              <a:blipFill>
                <a:blip r:embed="rId12"/>
                <a:stretch>
                  <a:fillRect l="-3614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0E4DE3-7AE2-5BDC-D561-346866DF442C}"/>
              </a:ext>
            </a:extLst>
          </p:cNvPr>
          <p:cNvCxnSpPr/>
          <p:nvPr/>
        </p:nvCxnSpPr>
        <p:spPr>
          <a:xfrm flipH="1">
            <a:off x="3797300" y="2625817"/>
            <a:ext cx="5201617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03AD68-2440-F7E9-5B0B-0DC2E6426C88}"/>
                  </a:ext>
                </a:extLst>
              </p:cNvPr>
              <p:cNvSpPr txBox="1"/>
              <p:nvPr/>
            </p:nvSpPr>
            <p:spPr>
              <a:xfrm>
                <a:off x="3372426" y="2408111"/>
                <a:ext cx="4965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A" sz="1600" b="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03AD68-2440-F7E9-5B0B-0DC2E6426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26" y="2408111"/>
                <a:ext cx="49655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87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D300F1-71C2-2786-FAA6-39C1275D9119}"/>
              </a:ext>
            </a:extLst>
          </p:cNvPr>
          <p:cNvCxnSpPr>
            <a:cxnSpLocks/>
          </p:cNvCxnSpPr>
          <p:nvPr/>
        </p:nvCxnSpPr>
        <p:spPr>
          <a:xfrm>
            <a:off x="3797300" y="3513417"/>
            <a:ext cx="527924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2FB330-630D-2CDC-713E-98CC2E213FB5}"/>
              </a:ext>
            </a:extLst>
          </p:cNvPr>
          <p:cNvCxnSpPr>
            <a:cxnSpLocks/>
          </p:cNvCxnSpPr>
          <p:nvPr/>
        </p:nvCxnSpPr>
        <p:spPr>
          <a:xfrm flipV="1">
            <a:off x="3797300" y="577121"/>
            <a:ext cx="0" cy="376253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F8226B-7E94-6EA4-5C05-AC440CBA0FCA}"/>
              </a:ext>
            </a:extLst>
          </p:cNvPr>
          <p:cNvSpPr txBox="1"/>
          <p:nvPr/>
        </p:nvSpPr>
        <p:spPr>
          <a:xfrm>
            <a:off x="2945976" y="492868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R</a:t>
            </a:r>
            <a:r>
              <a:rPr lang="en-US" sz="2400" i="1" baseline="-25000"/>
              <a:t>T</a:t>
            </a:r>
            <a:r>
              <a:rPr lang="en-US" sz="2400" i="1"/>
              <a:t>(𝛕)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BD10C-E39C-14C5-A2EC-88E2AB27AE28}"/>
              </a:ext>
            </a:extLst>
          </p:cNvPr>
          <p:cNvSpPr txBox="1"/>
          <p:nvPr/>
        </p:nvSpPr>
        <p:spPr>
          <a:xfrm>
            <a:off x="9076544" y="3293729"/>
            <a:ext cx="85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/>
              <a:t>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8FEC9C-EAE7-6B51-D490-4770053AC692}"/>
                  </a:ext>
                </a:extLst>
              </p:cNvPr>
              <p:cNvSpPr txBox="1"/>
              <p:nvPr/>
            </p:nvSpPr>
            <p:spPr>
              <a:xfrm>
                <a:off x="4481712" y="531985"/>
                <a:ext cx="851324" cy="361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1600" i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8FEC9C-EAE7-6B51-D490-4770053AC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712" y="531985"/>
                <a:ext cx="851324" cy="3612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47605A-B604-363F-C34C-66D9D2233D5C}"/>
              </a:ext>
            </a:extLst>
          </p:cNvPr>
          <p:cNvCxnSpPr>
            <a:cxnSpLocks/>
          </p:cNvCxnSpPr>
          <p:nvPr/>
        </p:nvCxnSpPr>
        <p:spPr>
          <a:xfrm flipH="1">
            <a:off x="4171632" y="845455"/>
            <a:ext cx="310079" cy="2168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B6945F-DE71-670F-04F3-CB2B6EBDA8B4}"/>
              </a:ext>
            </a:extLst>
          </p:cNvPr>
          <p:cNvCxnSpPr>
            <a:cxnSpLocks/>
          </p:cNvCxnSpPr>
          <p:nvPr/>
        </p:nvCxnSpPr>
        <p:spPr>
          <a:xfrm flipV="1">
            <a:off x="5085454" y="1775569"/>
            <a:ext cx="179121" cy="290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E8C17D7-03A4-575A-9D0E-A8F2F6DA36DF}"/>
                  </a:ext>
                </a:extLst>
              </p14:cNvPr>
              <p14:cNvContentPartPr/>
              <p14:nvPr/>
            </p14:nvContentPartPr>
            <p14:xfrm>
              <a:off x="3834165" y="1149449"/>
              <a:ext cx="4922280" cy="2304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E8C17D7-03A4-575A-9D0E-A8F2F6DA36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6165" y="1113449"/>
                <a:ext cx="4957920" cy="23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393FE8-F027-D630-F0D3-78B921995964}"/>
                  </a:ext>
                </a:extLst>
              </p:cNvPr>
              <p:cNvSpPr txBox="1"/>
              <p:nvPr/>
            </p:nvSpPr>
            <p:spPr>
              <a:xfrm>
                <a:off x="4326671" y="1973236"/>
                <a:ext cx="851324" cy="361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1600" i="1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393FE8-F027-D630-F0D3-78B921995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671" y="1973236"/>
                <a:ext cx="851324" cy="3612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B000C4-80B8-BB15-95D6-309A52AD68D7}"/>
                  </a:ext>
                </a:extLst>
              </p:cNvPr>
              <p:cNvSpPr txBox="1"/>
              <p:nvPr/>
            </p:nvSpPr>
            <p:spPr>
              <a:xfrm>
                <a:off x="6590860" y="2040916"/>
                <a:ext cx="8513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CA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CA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B000C4-80B8-BB15-95D6-309A52AD6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860" y="2040916"/>
                <a:ext cx="851324" cy="338554"/>
              </a:xfrm>
              <a:prstGeom prst="rect">
                <a:avLst/>
              </a:prstGeom>
              <a:blipFill>
                <a:blip r:embed="rId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81DB87-74F8-CFA0-6886-0F23F3CBA4D9}"/>
              </a:ext>
            </a:extLst>
          </p:cNvPr>
          <p:cNvCxnSpPr/>
          <p:nvPr/>
        </p:nvCxnSpPr>
        <p:spPr>
          <a:xfrm flipH="1">
            <a:off x="6626083" y="2368068"/>
            <a:ext cx="134911" cy="20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6FE2039-A388-BB37-2D6A-5020F86A1290}"/>
                  </a:ext>
                </a:extLst>
              </p14:cNvPr>
              <p14:cNvContentPartPr/>
              <p14:nvPr/>
            </p14:nvContentPartPr>
            <p14:xfrm>
              <a:off x="3844245" y="1015889"/>
              <a:ext cx="4795200" cy="2429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6FE2039-A388-BB37-2D6A-5020F86A12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39925" y="1011569"/>
                <a:ext cx="4803840" cy="24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182CF0-6260-D236-5C54-9F11B10DE2F2}"/>
                  </a:ext>
                </a:extLst>
              </p:cNvPr>
              <p:cNvSpPr txBox="1"/>
              <p:nvPr/>
            </p:nvSpPr>
            <p:spPr>
              <a:xfrm>
                <a:off x="5670338" y="1130161"/>
                <a:ext cx="8513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182CF0-6260-D236-5C54-9F11B10D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338" y="1130161"/>
                <a:ext cx="85132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7FA8852-C166-5D75-A7B1-AE88DB8DA4BA}"/>
              </a:ext>
            </a:extLst>
          </p:cNvPr>
          <p:cNvGrpSpPr/>
          <p:nvPr/>
        </p:nvGrpSpPr>
        <p:grpSpPr>
          <a:xfrm>
            <a:off x="3844244" y="476514"/>
            <a:ext cx="4739040" cy="3128804"/>
            <a:chOff x="4365747" y="438759"/>
            <a:chExt cx="4739040" cy="312880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15B9B5-02AE-BA7F-4187-5E5FC78B006B}"/>
                    </a:ext>
                  </a:extLst>
                </p14:cNvPr>
                <p14:cNvContentPartPr/>
                <p14:nvPr/>
              </p14:nvContentPartPr>
              <p14:xfrm>
                <a:off x="7782935" y="3550283"/>
                <a:ext cx="75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15B9B5-02AE-BA7F-4187-5E5FC78B00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75719" y="3542723"/>
                  <a:ext cx="21993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D0EA0D-546E-6A96-CEE1-C1CDF5843AAF}"/>
                    </a:ext>
                  </a:extLst>
                </p14:cNvPr>
                <p14:cNvContentPartPr/>
                <p14:nvPr/>
              </p14:nvContentPartPr>
              <p14:xfrm>
                <a:off x="8284775" y="3528323"/>
                <a:ext cx="792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D0EA0D-546E-6A96-CEE1-C1CDF5843A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77215" y="3520763"/>
                  <a:ext cx="230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415A38-1306-1F92-94BF-017F008817FB}"/>
                    </a:ext>
                  </a:extLst>
                </p14:cNvPr>
                <p14:cNvContentPartPr/>
                <p14:nvPr/>
              </p14:nvContentPartPr>
              <p14:xfrm>
                <a:off x="7885175" y="3557483"/>
                <a:ext cx="28080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415A38-1306-1F92-94BF-017F008817F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77615" y="3549923"/>
                  <a:ext cx="295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687369-31DA-263E-DCC4-2AA4071FC04B}"/>
                    </a:ext>
                  </a:extLst>
                </p14:cNvPr>
                <p14:cNvContentPartPr/>
                <p14:nvPr/>
              </p14:nvContentPartPr>
              <p14:xfrm>
                <a:off x="7693295" y="3545243"/>
                <a:ext cx="7560" cy="15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687369-31DA-263E-DCC4-2AA4071FC04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5735" y="3537683"/>
                  <a:ext cx="2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16261D-6111-0840-D66C-3F4BF865C5D3}"/>
                    </a:ext>
                  </a:extLst>
                </p14:cNvPr>
                <p14:cNvContentPartPr/>
                <p14:nvPr/>
              </p14:nvContentPartPr>
              <p14:xfrm>
                <a:off x="4365747" y="438759"/>
                <a:ext cx="4739040" cy="297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16261D-6111-0840-D66C-3F4BF865C5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1427" y="434439"/>
                  <a:ext cx="4747680" cy="29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6487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FADFA3-6488-29B8-7AAF-96615CF05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735878" y="2999820"/>
            <a:ext cx="5092700" cy="113467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AA01E0-DF81-2871-4F72-D09623642AF4}"/>
              </a:ext>
            </a:extLst>
          </p:cNvPr>
          <p:cNvCxnSpPr/>
          <p:nvPr/>
        </p:nvCxnSpPr>
        <p:spPr>
          <a:xfrm>
            <a:off x="3613255" y="3574412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/>
              <p:nvPr/>
            </p:nvSpPr>
            <p:spPr>
              <a:xfrm>
                <a:off x="7691116" y="3382493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CA" b="0" i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116" y="3382493"/>
                <a:ext cx="8513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21B64F-FF54-7367-E3AF-EA3F790762A7}"/>
              </a:ext>
            </a:extLst>
          </p:cNvPr>
          <p:cNvCxnSpPr/>
          <p:nvPr/>
        </p:nvCxnSpPr>
        <p:spPr>
          <a:xfrm flipV="1">
            <a:off x="5718748" y="2160611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/>
              <p:nvPr/>
            </p:nvSpPr>
            <p:spPr>
              <a:xfrm>
                <a:off x="5149590" y="1749946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590" y="1749946"/>
                <a:ext cx="1138313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6FB8CC4-327A-2107-6DB0-BA9045F6FEF8}"/>
              </a:ext>
            </a:extLst>
          </p:cNvPr>
          <p:cNvSpPr/>
          <p:nvPr/>
        </p:nvSpPr>
        <p:spPr>
          <a:xfrm>
            <a:off x="2638269" y="2999820"/>
            <a:ext cx="974986" cy="12573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185E3-EFDA-0B6C-3019-DA775EA9477C}"/>
                  </a:ext>
                </a:extLst>
              </p:cNvPr>
              <p:cNvSpPr txBox="1"/>
              <p:nvPr/>
            </p:nvSpPr>
            <p:spPr>
              <a:xfrm>
                <a:off x="5772775" y="2501871"/>
                <a:ext cx="851324" cy="42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sz="1400" b="0" i="1"/>
                  <a:t>=MSV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185E3-EFDA-0B6C-3019-DA775EA94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775" y="2501871"/>
                <a:ext cx="851324" cy="427168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4F46B7-ECEE-C5B5-14AB-E1A2A5358E4E}"/>
                  </a:ext>
                </a:extLst>
              </p:cNvPr>
              <p:cNvSpPr txBox="1"/>
              <p:nvPr/>
            </p:nvSpPr>
            <p:spPr>
              <a:xfrm>
                <a:off x="6972918" y="3792809"/>
                <a:ext cx="851324" cy="533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A" sz="1400" b="0" i="1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4F46B7-ECEE-C5B5-14AB-E1A2A5358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918" y="3792809"/>
                <a:ext cx="851324" cy="5336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B2AD6B-9971-94A7-5158-8412033F3FD1}"/>
              </a:ext>
            </a:extLst>
          </p:cNvPr>
          <p:cNvCxnSpPr/>
          <p:nvPr/>
        </p:nvCxnSpPr>
        <p:spPr>
          <a:xfrm flipV="1">
            <a:off x="7368600" y="3120885"/>
            <a:ext cx="0" cy="67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51817A-5BC3-6AF3-1F59-D7277FF76798}"/>
              </a:ext>
            </a:extLst>
          </p:cNvPr>
          <p:cNvCxnSpPr/>
          <p:nvPr/>
        </p:nvCxnSpPr>
        <p:spPr>
          <a:xfrm flipH="1">
            <a:off x="5718747" y="2828175"/>
            <a:ext cx="147396" cy="196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416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77F21A-19B2-B212-5C94-F97AAC1C6F6E}"/>
                  </a:ext>
                </a:extLst>
              </p14:cNvPr>
              <p14:cNvContentPartPr/>
              <p14:nvPr/>
            </p14:nvContentPartPr>
            <p14:xfrm>
              <a:off x="1596816" y="-92536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77F21A-19B2-B212-5C94-F97AAC1C6F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8816" y="-9433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F0F180-844F-1C64-EAB3-488134809153}"/>
                  </a:ext>
                </a:extLst>
              </p14:cNvPr>
              <p14:cNvContentPartPr/>
              <p14:nvPr/>
            </p14:nvContentPartPr>
            <p14:xfrm>
              <a:off x="5624136" y="-139336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F0F180-844F-1C64-EAB3-4881348091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6136" y="-141136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C81C749-3E16-733D-76BE-7D83A4327F41}"/>
              </a:ext>
            </a:extLst>
          </p:cNvPr>
          <p:cNvGrpSpPr/>
          <p:nvPr/>
        </p:nvGrpSpPr>
        <p:grpSpPr>
          <a:xfrm>
            <a:off x="2013884" y="3521075"/>
            <a:ext cx="138766" cy="314325"/>
            <a:chOff x="1512794" y="182880"/>
            <a:chExt cx="1821424" cy="535720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138DDB3-81CA-C5E3-90B8-CD9C17C3A8E5}"/>
                </a:ext>
              </a:extLst>
            </p:cNvPr>
            <p:cNvCxnSpPr/>
            <p:nvPr/>
          </p:nvCxnSpPr>
          <p:spPr>
            <a:xfrm>
              <a:off x="2353056" y="182880"/>
              <a:ext cx="0" cy="137769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4AA45C-4DA4-7CA2-D66E-0825E4220F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2794" y="1560576"/>
              <a:ext cx="846358" cy="58423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B5A14A-09E0-C7F4-10BC-2D8FED9A6229}"/>
                </a:ext>
              </a:extLst>
            </p:cNvPr>
            <p:cNvGrpSpPr/>
            <p:nvPr/>
          </p:nvGrpSpPr>
          <p:grpSpPr>
            <a:xfrm rot="20259215">
              <a:off x="1659581" y="1742726"/>
              <a:ext cx="1488099" cy="1274061"/>
              <a:chOff x="1508049" y="2075441"/>
              <a:chExt cx="1488099" cy="127406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FFA3F41-885B-4D55-0093-9B50C8F695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08049" y="2075441"/>
                <a:ext cx="756243" cy="649227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2F03EB7-5A32-4564-51F9-379A5B1332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39903" y="2700271"/>
                <a:ext cx="756245" cy="649231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9B121F-C70B-B72C-17E0-83A9DDEC8838}"/>
                </a:ext>
              </a:extLst>
            </p:cNvPr>
            <p:cNvCxnSpPr/>
            <p:nvPr/>
          </p:nvCxnSpPr>
          <p:spPr>
            <a:xfrm>
              <a:off x="2162588" y="4162394"/>
              <a:ext cx="0" cy="137769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948DF30-CE2D-BEE5-4897-0E51DC1D41C4}"/>
                </a:ext>
              </a:extLst>
            </p:cNvPr>
            <p:cNvGrpSpPr/>
            <p:nvPr/>
          </p:nvGrpSpPr>
          <p:grpSpPr>
            <a:xfrm rot="7199670">
              <a:off x="1715578" y="2280754"/>
              <a:ext cx="1488081" cy="1274055"/>
              <a:chOff x="1358404" y="2227113"/>
              <a:chExt cx="1488081" cy="1274055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5E91F59-3D8C-00F2-9FE0-33FE06041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58404" y="2227113"/>
                <a:ext cx="756241" cy="649220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CCACB5D-96EC-8A5C-E468-0706BD05C1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90239" y="2851945"/>
                <a:ext cx="756246" cy="649223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593CA8B-E3EA-ABC4-D3B3-00FE627A2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2366" y="3653901"/>
              <a:ext cx="1181852" cy="508493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D989B8F-B1FC-730C-EFF2-867B6B15AF3D}"/>
                </a:ext>
              </a:extLst>
            </p:cNvPr>
            <p:cNvGrpSpPr/>
            <p:nvPr/>
          </p:nvGrpSpPr>
          <p:grpSpPr>
            <a:xfrm rot="20259215">
              <a:off x="1698377" y="2788676"/>
              <a:ext cx="1488262" cy="1273603"/>
              <a:chOff x="1600615" y="1891134"/>
              <a:chExt cx="1488262" cy="1273603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D86E14B-94C4-4D7C-67BD-89B0A2B767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00615" y="1891134"/>
                <a:ext cx="756243" cy="649231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43CE17-A1DD-D595-FF11-D3535B17D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2641" y="2515511"/>
                <a:ext cx="756236" cy="649226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68FB28-8BE6-1C0C-5BF7-9F1B301D41B3}"/>
              </a:ext>
            </a:extLst>
          </p:cNvPr>
          <p:cNvCxnSpPr/>
          <p:nvPr/>
        </p:nvCxnSpPr>
        <p:spPr>
          <a:xfrm flipV="1">
            <a:off x="1349375" y="3222746"/>
            <a:ext cx="0" cy="69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1A4451D-1593-EF20-8C3A-B790162FC55F}"/>
              </a:ext>
            </a:extLst>
          </p:cNvPr>
          <p:cNvCxnSpPr/>
          <p:nvPr/>
        </p:nvCxnSpPr>
        <p:spPr>
          <a:xfrm>
            <a:off x="1397000" y="3222746"/>
            <a:ext cx="680900" cy="304800"/>
          </a:xfrm>
          <a:prstGeom prst="bentConnector3">
            <a:avLst>
              <a:gd name="adj1" fmla="val 998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1CBFF812-14C7-D80A-49EC-0326E9DA1744}"/>
              </a:ext>
            </a:extLst>
          </p:cNvPr>
          <p:cNvCxnSpPr/>
          <p:nvPr/>
        </p:nvCxnSpPr>
        <p:spPr>
          <a:xfrm flipV="1">
            <a:off x="1397000" y="3835400"/>
            <a:ext cx="665610" cy="85725"/>
          </a:xfrm>
          <a:prstGeom prst="bentConnector3">
            <a:avLst>
              <a:gd name="adj1" fmla="val 1000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8C3ED7B3-1E06-812E-16AA-C88608CB110E}"/>
              </a:ext>
            </a:extLst>
          </p:cNvPr>
          <p:cNvSpPr/>
          <p:nvPr/>
        </p:nvSpPr>
        <p:spPr>
          <a:xfrm>
            <a:off x="1377950" y="319722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249F74-A356-E154-EE38-A0073742BBBE}"/>
              </a:ext>
            </a:extLst>
          </p:cNvPr>
          <p:cNvSpPr/>
          <p:nvPr/>
        </p:nvSpPr>
        <p:spPr>
          <a:xfrm>
            <a:off x="1381125" y="389572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9FAE42-BC4D-B328-8ECA-98CFBBFA09CE}"/>
              </a:ext>
            </a:extLst>
          </p:cNvPr>
          <p:cNvSpPr txBox="1"/>
          <p:nvPr/>
        </p:nvSpPr>
        <p:spPr>
          <a:xfrm>
            <a:off x="2110234" y="3500230"/>
            <a:ext cx="851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72A22D-7C17-172B-03E4-36A393A58FB1}"/>
              </a:ext>
            </a:extLst>
          </p:cNvPr>
          <p:cNvSpPr txBox="1"/>
          <p:nvPr/>
        </p:nvSpPr>
        <p:spPr>
          <a:xfrm>
            <a:off x="978322" y="3393490"/>
            <a:ext cx="851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X(t)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2F25F7-DA1C-1E3F-2523-2DA6BD6FC5C5}"/>
              </a:ext>
            </a:extLst>
          </p:cNvPr>
          <p:cNvSpPr txBox="1"/>
          <p:nvPr/>
        </p:nvSpPr>
        <p:spPr>
          <a:xfrm>
            <a:off x="1500634" y="2980125"/>
            <a:ext cx="851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i ͢</a:t>
            </a:r>
          </a:p>
        </p:txBody>
      </p:sp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0FA4EFD7-36B8-D831-BE69-6F078D6B7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837" y="1842701"/>
            <a:ext cx="6185072" cy="40644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532205-57F0-7CE1-B0F9-CC6BA30D8F22}"/>
              </a:ext>
            </a:extLst>
          </p:cNvPr>
          <p:cNvSpPr/>
          <p:nvPr/>
        </p:nvSpPr>
        <p:spPr>
          <a:xfrm>
            <a:off x="5548893" y="1842701"/>
            <a:ext cx="1870842" cy="93542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93D39E-ED24-DCAB-84E2-A289029A9210}"/>
                  </a:ext>
                </a:extLst>
              </p:cNvPr>
              <p:cNvSpPr txBox="1"/>
              <p:nvPr/>
            </p:nvSpPr>
            <p:spPr>
              <a:xfrm>
                <a:off x="5794574" y="2408621"/>
                <a:ext cx="1138313" cy="492443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93D39E-ED24-DCAB-84E2-A289029A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574" y="2408621"/>
                <a:ext cx="1138313" cy="492443"/>
              </a:xfrm>
              <a:prstGeom prst="rect">
                <a:avLst/>
              </a:prstGeom>
              <a:blipFill>
                <a:blip r:embed="rId6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48603-C8B9-029E-30E6-0154D380D6FF}"/>
                  </a:ext>
                </a:extLst>
              </p:cNvPr>
              <p:cNvSpPr txBox="1"/>
              <p:nvPr/>
            </p:nvSpPr>
            <p:spPr>
              <a:xfrm>
                <a:off x="6484314" y="3315270"/>
                <a:ext cx="1138313" cy="492443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48603-C8B9-029E-30E6-0154D380D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14" y="3315270"/>
                <a:ext cx="113831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3764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8B2638-B7C8-ECE9-F22E-9C49D671049C}"/>
              </a:ext>
            </a:extLst>
          </p:cNvPr>
          <p:cNvCxnSpPr>
            <a:cxnSpLocks/>
          </p:cNvCxnSpPr>
          <p:nvPr/>
        </p:nvCxnSpPr>
        <p:spPr>
          <a:xfrm>
            <a:off x="1874520" y="4457700"/>
            <a:ext cx="35726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8D8385-AD32-AE04-297A-3E04F56A7573}"/>
              </a:ext>
            </a:extLst>
          </p:cNvPr>
          <p:cNvCxnSpPr>
            <a:cxnSpLocks/>
          </p:cNvCxnSpPr>
          <p:nvPr/>
        </p:nvCxnSpPr>
        <p:spPr>
          <a:xfrm flipV="1">
            <a:off x="3657600" y="3811747"/>
            <a:ext cx="2041" cy="643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968625518">
            <a:extLst>
              <a:ext uri="{FF2B5EF4-FFF2-40B4-BE49-F238E27FC236}">
                <a16:creationId xmlns:a16="http://schemas.microsoft.com/office/drawing/2014/main" id="{2F70A66B-F08A-6323-8D86-2CC2A6C05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836" y="4342041"/>
            <a:ext cx="433416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τ</a:t>
            </a:r>
          </a:p>
        </p:txBody>
      </p:sp>
      <p:sp>
        <p:nvSpPr>
          <p:cNvPr id="11" name="Text Box 1908964583">
            <a:extLst>
              <a:ext uri="{FF2B5EF4-FFF2-40B4-BE49-F238E27FC236}">
                <a16:creationId xmlns:a16="http://schemas.microsoft.com/office/drawing/2014/main" id="{7D4A21C0-8296-427C-2DCE-004FC2F7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309" y="4446588"/>
            <a:ext cx="304800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ACC26D02-A505-3923-AE54-3AF0E435B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E3369D77-73D9-0FEF-131A-A4A8606B7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589E6A-D12F-2C8A-7D72-D203FE3D6F44}"/>
              </a:ext>
            </a:extLst>
          </p:cNvPr>
          <p:cNvCxnSpPr/>
          <p:nvPr/>
        </p:nvCxnSpPr>
        <p:spPr>
          <a:xfrm flipH="1">
            <a:off x="4115571" y="4455160"/>
            <a:ext cx="10541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8857AE-AD46-0443-AE85-FC90CD036E43}"/>
              </a:ext>
            </a:extLst>
          </p:cNvPr>
          <p:cNvCxnSpPr/>
          <p:nvPr/>
        </p:nvCxnSpPr>
        <p:spPr>
          <a:xfrm flipH="1">
            <a:off x="2034676" y="4452620"/>
            <a:ext cx="10541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2A9F8C-F153-5394-8A57-33E9D97297F6}"/>
              </a:ext>
            </a:extLst>
          </p:cNvPr>
          <p:cNvCxnSpPr/>
          <p:nvPr/>
        </p:nvCxnSpPr>
        <p:spPr>
          <a:xfrm flipV="1">
            <a:off x="3088141" y="3990975"/>
            <a:ext cx="571500" cy="4597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D9678F-8A0B-FABA-E643-667F6DBEA02B}"/>
              </a:ext>
            </a:extLst>
          </p:cNvPr>
          <p:cNvCxnSpPr/>
          <p:nvPr/>
        </p:nvCxnSpPr>
        <p:spPr>
          <a:xfrm>
            <a:off x="3660276" y="3990975"/>
            <a:ext cx="458470" cy="4635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1308727533">
            <a:extLst>
              <a:ext uri="{FF2B5EF4-FFF2-40B4-BE49-F238E27FC236}">
                <a16:creationId xmlns:a16="http://schemas.microsoft.com/office/drawing/2014/main" id="{4DD8BA41-1631-3E62-919C-B14D853A4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073" y="4446588"/>
            <a:ext cx="344487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 Box 552512372">
            <a:extLst>
              <a:ext uri="{FF2B5EF4-FFF2-40B4-BE49-F238E27FC236}">
                <a16:creationId xmlns:a16="http://schemas.microsoft.com/office/drawing/2014/main" id="{E50EB1A5-CB66-F867-2898-85A5ADA1E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060" y="3811747"/>
            <a:ext cx="62673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31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AF807F42-8013-7F1F-F369-9E1B4076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169" y="4941379"/>
            <a:ext cx="2102698" cy="146578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F21B71A-DAD9-69CB-F649-70EE57868219}"/>
              </a:ext>
            </a:extLst>
          </p:cNvPr>
          <p:cNvSpPr/>
          <p:nvPr/>
        </p:nvSpPr>
        <p:spPr>
          <a:xfrm>
            <a:off x="1580069" y="5475491"/>
            <a:ext cx="2102698" cy="578841"/>
          </a:xfrm>
          <a:prstGeom prst="rect">
            <a:avLst/>
          </a:prstGeom>
          <a:solidFill>
            <a:schemeClr val="accent3"/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50E49F-3BB2-A2DA-E574-059219E930A4}"/>
              </a:ext>
            </a:extLst>
          </p:cNvPr>
          <p:cNvCxnSpPr>
            <a:cxnSpLocks/>
          </p:cNvCxnSpPr>
          <p:nvPr/>
        </p:nvCxnSpPr>
        <p:spPr>
          <a:xfrm>
            <a:off x="796954" y="3452070"/>
            <a:ext cx="382629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D3C5D-2013-4FD3-E155-C918D1700A3E}"/>
              </a:ext>
            </a:extLst>
          </p:cNvPr>
          <p:cNvCxnSpPr>
            <a:cxnSpLocks/>
          </p:cNvCxnSpPr>
          <p:nvPr/>
        </p:nvCxnSpPr>
        <p:spPr>
          <a:xfrm flipV="1">
            <a:off x="2617365" y="2365695"/>
            <a:ext cx="0" cy="115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BDAC14-C2EE-978C-7E71-7901E559BA76}"/>
                  </a:ext>
                </a:extLst>
              </p:cNvPr>
              <p:cNvSpPr txBox="1"/>
              <p:nvPr/>
            </p:nvSpPr>
            <p:spPr>
              <a:xfrm>
                <a:off x="2030137" y="2017391"/>
                <a:ext cx="1385096" cy="271485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16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𝑋𝑋</m:t>
                        </m:r>
                      </m:sub>
                    </m:sSub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sz="1600" b="0" i="1" dirty="0" smtClean="0">
                            <a:latin typeface="Cambria Math" panose="02040503050406030204" pitchFamily="18" charset="0"/>
                          </a:rPr>
                          <m:t>𝐻𝑧</m:t>
                        </m:r>
                      </m:den>
                    </m:f>
                    <m:r>
                      <a:rPr lang="en-CA" sz="1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BDAC14-C2EE-978C-7E71-7901E559B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137" y="2017391"/>
                <a:ext cx="1385096" cy="271485"/>
              </a:xfrm>
              <a:prstGeom prst="rect">
                <a:avLst/>
              </a:prstGeom>
              <a:blipFill>
                <a:blip r:embed="rId3"/>
                <a:stretch>
                  <a:fillRect l="-4545" t="-195455" r="-4545" b="-2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52B3B7-4D54-1944-BF5C-863E047CA921}"/>
                  </a:ext>
                </a:extLst>
              </p:cNvPr>
              <p:cNvSpPr txBox="1"/>
              <p:nvPr/>
            </p:nvSpPr>
            <p:spPr>
              <a:xfrm>
                <a:off x="4623247" y="3290500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52B3B7-4D54-1944-BF5C-863E047C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247" y="3290500"/>
                <a:ext cx="334647" cy="246221"/>
              </a:xfrm>
              <a:prstGeom prst="rect">
                <a:avLst/>
              </a:prstGeom>
              <a:blipFill>
                <a:blip r:embed="rId4"/>
                <a:stretch>
                  <a:fillRect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B7BDA7-D798-05C4-1961-ECB7BB2D7881}"/>
              </a:ext>
            </a:extLst>
          </p:cNvPr>
          <p:cNvCxnSpPr/>
          <p:nvPr/>
        </p:nvCxnSpPr>
        <p:spPr>
          <a:xfrm>
            <a:off x="1115736" y="2827090"/>
            <a:ext cx="3204594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2411AB-96E5-3CB0-C7D7-C82D8830FB26}"/>
                  </a:ext>
                </a:extLst>
              </p:cNvPr>
              <p:cNvSpPr txBox="1"/>
              <p:nvPr/>
            </p:nvSpPr>
            <p:spPr>
              <a:xfrm>
                <a:off x="2718033" y="2550091"/>
                <a:ext cx="33464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2411AB-96E5-3CB0-C7D7-C82D8830F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033" y="2550091"/>
                <a:ext cx="334647" cy="246221"/>
              </a:xfrm>
              <a:prstGeom prst="rect">
                <a:avLst/>
              </a:prstGeom>
              <a:blipFill>
                <a:blip r:embed="rId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27DB27-F508-D92B-8941-4500B76510E4}"/>
              </a:ext>
            </a:extLst>
          </p:cNvPr>
          <p:cNvCxnSpPr/>
          <p:nvPr/>
        </p:nvCxnSpPr>
        <p:spPr>
          <a:xfrm>
            <a:off x="5427676" y="3447876"/>
            <a:ext cx="2122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F23209-6C70-46FC-61B5-8C2D889E1284}"/>
              </a:ext>
            </a:extLst>
          </p:cNvPr>
          <p:cNvCxnSpPr>
            <a:cxnSpLocks/>
          </p:cNvCxnSpPr>
          <p:nvPr/>
        </p:nvCxnSpPr>
        <p:spPr>
          <a:xfrm flipV="1">
            <a:off x="6402198" y="2290195"/>
            <a:ext cx="0" cy="115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092014-9810-52E1-8DB5-CD5765FAFAD9}"/>
                  </a:ext>
                </a:extLst>
              </p:cNvPr>
              <p:cNvSpPr txBox="1"/>
              <p:nvPr/>
            </p:nvSpPr>
            <p:spPr>
              <a:xfrm>
                <a:off x="2450041" y="3589644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092014-9810-52E1-8DB5-CD5765FAF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041" y="3589644"/>
                <a:ext cx="334647" cy="246221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98A4B5-C957-11DB-A12B-F9981C7B0D4A}"/>
                  </a:ext>
                </a:extLst>
              </p:cNvPr>
              <p:cNvSpPr txBox="1"/>
              <p:nvPr/>
            </p:nvSpPr>
            <p:spPr>
              <a:xfrm>
                <a:off x="7575714" y="3305889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98A4B5-C957-11DB-A12B-F9981C7B0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714" y="3305889"/>
                <a:ext cx="334647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144D4C-9CCC-42E0-50AB-B65C93E169C5}"/>
              </a:ext>
            </a:extLst>
          </p:cNvPr>
          <p:cNvCxnSpPr/>
          <p:nvPr/>
        </p:nvCxnSpPr>
        <p:spPr>
          <a:xfrm flipV="1">
            <a:off x="6402198" y="2734811"/>
            <a:ext cx="0" cy="7130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BC8741-F4C0-4161-5005-179D18E38444}"/>
                  </a:ext>
                </a:extLst>
              </p:cNvPr>
              <p:cNvSpPr txBox="1"/>
              <p:nvPr/>
            </p:nvSpPr>
            <p:spPr>
              <a:xfrm>
                <a:off x="6234874" y="3589644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BC8741-F4C0-4161-5005-179D18E38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874" y="3589644"/>
                <a:ext cx="334647" cy="246221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3E8F58-EFE2-4D47-EA94-32CC1CC7B16A}"/>
                  </a:ext>
                </a:extLst>
              </p:cNvPr>
              <p:cNvSpPr txBox="1"/>
              <p:nvPr/>
            </p:nvSpPr>
            <p:spPr>
              <a:xfrm>
                <a:off x="5709649" y="1973090"/>
                <a:ext cx="1385096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p>
                        <m:sSup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3E8F58-EFE2-4D47-EA94-32CC1CC7B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49" y="1973090"/>
                <a:ext cx="1385096" cy="246221"/>
              </a:xfrm>
              <a:prstGeom prst="rect">
                <a:avLst/>
              </a:prstGeom>
              <a:blipFill>
                <a:blip r:embed="rId8"/>
                <a:stretch>
                  <a:fillRect t="-250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6EB07-BEF9-0137-B37C-5F92F8CFDD20}"/>
                  </a:ext>
                </a:extLst>
              </p:cNvPr>
              <p:cNvSpPr txBox="1"/>
              <p:nvPr/>
            </p:nvSpPr>
            <p:spPr>
              <a:xfrm>
                <a:off x="4349720" y="2692269"/>
                <a:ext cx="33464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A6EB07-BEF9-0137-B37C-5F92F8CFD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20" y="2692269"/>
                <a:ext cx="334644" cy="246221"/>
              </a:xfrm>
              <a:prstGeom prst="rect">
                <a:avLst/>
              </a:prstGeom>
              <a:blipFill>
                <a:blip r:embed="rId9"/>
                <a:stretch>
                  <a:fillRect l="-16667" r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87E0E7-BD32-A4D8-197F-10B3603934CD}"/>
                  </a:ext>
                </a:extLst>
              </p:cNvPr>
              <p:cNvSpPr txBox="1"/>
              <p:nvPr/>
            </p:nvSpPr>
            <p:spPr>
              <a:xfrm>
                <a:off x="536898" y="2693719"/>
                <a:ext cx="50425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∞←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87E0E7-BD32-A4D8-197F-10B360393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98" y="2693719"/>
                <a:ext cx="504251" cy="246221"/>
              </a:xfrm>
              <a:prstGeom prst="rect">
                <a:avLst/>
              </a:prstGeom>
              <a:blipFill>
                <a:blip r:embed="rId10"/>
                <a:stretch>
                  <a:fillRect b="-9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1FCB03-6893-6B9E-D509-02CF7A6EAF43}"/>
              </a:ext>
            </a:extLst>
          </p:cNvPr>
          <p:cNvCxnSpPr>
            <a:cxnSpLocks/>
          </p:cNvCxnSpPr>
          <p:nvPr/>
        </p:nvCxnSpPr>
        <p:spPr>
          <a:xfrm>
            <a:off x="804886" y="6058526"/>
            <a:ext cx="382629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9C8A61-FD6E-CF27-2B17-E15707D96A85}"/>
              </a:ext>
            </a:extLst>
          </p:cNvPr>
          <p:cNvCxnSpPr>
            <a:cxnSpLocks/>
          </p:cNvCxnSpPr>
          <p:nvPr/>
        </p:nvCxnSpPr>
        <p:spPr>
          <a:xfrm flipV="1">
            <a:off x="2625297" y="4972151"/>
            <a:ext cx="0" cy="115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5670B5-4780-DBF3-9693-C9BD479FA491}"/>
                  </a:ext>
                </a:extLst>
              </p:cNvPr>
              <p:cNvSpPr txBox="1"/>
              <p:nvPr/>
            </p:nvSpPr>
            <p:spPr>
              <a:xfrm>
                <a:off x="2038069" y="4623847"/>
                <a:ext cx="1385096" cy="271485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16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𝑋𝑋</m:t>
                        </m:r>
                      </m:sub>
                    </m:sSub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CA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sz="1600" b="0" i="1" dirty="0" smtClean="0">
                            <a:latin typeface="Cambria Math" panose="02040503050406030204" pitchFamily="18" charset="0"/>
                          </a:rPr>
                          <m:t>𝐻𝑧</m:t>
                        </m:r>
                      </m:den>
                    </m:f>
                    <m:r>
                      <a:rPr lang="en-CA" sz="1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5670B5-4780-DBF3-9693-C9BD479FA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069" y="4623847"/>
                <a:ext cx="1385096" cy="271485"/>
              </a:xfrm>
              <a:prstGeom prst="rect">
                <a:avLst/>
              </a:prstGeom>
              <a:blipFill>
                <a:blip r:embed="rId11"/>
                <a:stretch>
                  <a:fillRect l="-5455" t="-200000" r="-3636" b="-2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9DF09F-FD4D-83D3-8C6A-DB80DFFD1C07}"/>
                  </a:ext>
                </a:extLst>
              </p:cNvPr>
              <p:cNvSpPr txBox="1"/>
              <p:nvPr/>
            </p:nvSpPr>
            <p:spPr>
              <a:xfrm>
                <a:off x="4631179" y="5896956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9DF09F-FD4D-83D3-8C6A-DB80DFFD1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179" y="5896956"/>
                <a:ext cx="334647" cy="246221"/>
              </a:xfrm>
              <a:prstGeom prst="rect">
                <a:avLst/>
              </a:prstGeom>
              <a:blipFill>
                <a:blip r:embed="rId12"/>
                <a:stretch>
                  <a:fillRect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E735FE-04F7-432B-F49D-398A35B29686}"/>
                  </a:ext>
                </a:extLst>
              </p:cNvPr>
              <p:cNvSpPr txBox="1"/>
              <p:nvPr/>
            </p:nvSpPr>
            <p:spPr>
              <a:xfrm>
                <a:off x="2725965" y="5156547"/>
                <a:ext cx="33464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E735FE-04F7-432B-F49D-398A35B29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965" y="5156547"/>
                <a:ext cx="334647" cy="246221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16E8EA-DE78-41BA-5F29-0744C333B807}"/>
              </a:ext>
            </a:extLst>
          </p:cNvPr>
          <p:cNvCxnSpPr/>
          <p:nvPr/>
        </p:nvCxnSpPr>
        <p:spPr>
          <a:xfrm>
            <a:off x="5435608" y="6054332"/>
            <a:ext cx="2122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08EEC6-702A-9683-7CC5-A449DC50F858}"/>
              </a:ext>
            </a:extLst>
          </p:cNvPr>
          <p:cNvCxnSpPr>
            <a:cxnSpLocks/>
          </p:cNvCxnSpPr>
          <p:nvPr/>
        </p:nvCxnSpPr>
        <p:spPr>
          <a:xfrm flipV="1">
            <a:off x="6410130" y="4896651"/>
            <a:ext cx="0" cy="115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AB570A-3927-ACE9-E692-E9A8BE679018}"/>
                  </a:ext>
                </a:extLst>
              </p:cNvPr>
              <p:cNvSpPr txBox="1"/>
              <p:nvPr/>
            </p:nvSpPr>
            <p:spPr>
              <a:xfrm>
                <a:off x="2457973" y="6196100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AB570A-3927-ACE9-E692-E9A8BE679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973" y="6196100"/>
                <a:ext cx="334647" cy="246221"/>
              </a:xfrm>
              <a:prstGeom prst="rect">
                <a:avLst/>
              </a:prstGeom>
              <a:blipFill>
                <a:blip r:embed="rId1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5098F9-82CA-5A06-0D6F-146CE5F56EBA}"/>
                  </a:ext>
                </a:extLst>
              </p:cNvPr>
              <p:cNvSpPr txBox="1"/>
              <p:nvPr/>
            </p:nvSpPr>
            <p:spPr>
              <a:xfrm>
                <a:off x="7583646" y="5912345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C5098F9-82CA-5A06-0D6F-146CE5F56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646" y="5912345"/>
                <a:ext cx="334647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5CA9A6-BAE9-04EE-B598-8CA2BD455A6F}"/>
                  </a:ext>
                </a:extLst>
              </p:cNvPr>
              <p:cNvSpPr txBox="1"/>
              <p:nvPr/>
            </p:nvSpPr>
            <p:spPr>
              <a:xfrm>
                <a:off x="6242806" y="6196100"/>
                <a:ext cx="334647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5CA9A6-BAE9-04EE-B598-8CA2BD455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806" y="6196100"/>
                <a:ext cx="334647" cy="246221"/>
              </a:xfrm>
              <a:prstGeom prst="rect">
                <a:avLst/>
              </a:prstGeom>
              <a:blipFill>
                <a:blip r:embed="rId1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86C90A2-8C58-E5CD-45CE-402B33864AC4}"/>
                  </a:ext>
                </a:extLst>
              </p:cNvPr>
              <p:cNvSpPr txBox="1"/>
              <p:nvPr/>
            </p:nvSpPr>
            <p:spPr>
              <a:xfrm>
                <a:off x="5717581" y="4579546"/>
                <a:ext cx="1385096" cy="246221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p>
                        <m:sSup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en-CA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86C90A2-8C58-E5CD-45CE-402B33864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581" y="4579546"/>
                <a:ext cx="1385096" cy="246221"/>
              </a:xfrm>
              <a:prstGeom prst="rect">
                <a:avLst/>
              </a:prstGeom>
              <a:blipFill>
                <a:blip r:embed="rId16"/>
                <a:stretch>
                  <a:fillRect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7628-76CF-B34C-6ECD-AD87E8C6C5CE}"/>
                  </a:ext>
                </a:extLst>
              </p:cNvPr>
              <p:cNvSpPr txBox="1"/>
              <p:nvPr/>
            </p:nvSpPr>
            <p:spPr>
              <a:xfrm>
                <a:off x="3510449" y="6129832"/>
                <a:ext cx="334647" cy="246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EB7628-76CF-B34C-6ECD-AD87E8C6C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49" y="6129832"/>
                <a:ext cx="334647" cy="246220"/>
              </a:xfrm>
              <a:prstGeom prst="rect">
                <a:avLst/>
              </a:prstGeom>
              <a:blipFill>
                <a:blip r:embed="rId1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FF64612-0077-6FCA-2B39-21CED4605EE4}"/>
                  </a:ext>
                </a:extLst>
              </p:cNvPr>
              <p:cNvSpPr txBox="1"/>
              <p:nvPr/>
            </p:nvSpPr>
            <p:spPr>
              <a:xfrm>
                <a:off x="1353111" y="6121265"/>
                <a:ext cx="50425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FF64612-0077-6FCA-2B39-21CED4605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111" y="6121265"/>
                <a:ext cx="504251" cy="246221"/>
              </a:xfrm>
              <a:prstGeom prst="rect">
                <a:avLst/>
              </a:prstGeom>
              <a:blipFill>
                <a:blip r:embed="rId18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68561A-3ED1-4B69-8CC3-4450B22F798F}"/>
                  </a:ext>
                </a:extLst>
              </p:cNvPr>
              <p:cNvSpPr txBox="1"/>
              <p:nvPr/>
            </p:nvSpPr>
            <p:spPr>
              <a:xfrm>
                <a:off x="6402197" y="2635820"/>
                <a:ext cx="33464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68561A-3ED1-4B69-8CC3-4450B22F7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197" y="2635820"/>
                <a:ext cx="334647" cy="246221"/>
              </a:xfrm>
              <a:prstGeom prst="rect">
                <a:avLst/>
              </a:prstGeom>
              <a:blipFill>
                <a:blip r:embed="rId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3D9629-3B34-D8F0-74AC-B3552F696013}"/>
                  </a:ext>
                </a:extLst>
              </p:cNvPr>
              <p:cNvSpPr txBox="1"/>
              <p:nvPr/>
            </p:nvSpPr>
            <p:spPr>
              <a:xfrm>
                <a:off x="6515846" y="4917740"/>
                <a:ext cx="33464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𝐵𝐾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F3D9629-3B34-D8F0-74AC-B3552F696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846" y="4917740"/>
                <a:ext cx="334647" cy="246221"/>
              </a:xfrm>
              <a:prstGeom prst="rect">
                <a:avLst/>
              </a:prstGeom>
              <a:blipFill>
                <a:blip r:embed="rId19"/>
                <a:stretch>
                  <a:fillRect l="-21818" r="-3454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EF6BBC-E642-F7CD-D1E5-F9C79F1DBC4A}"/>
                  </a:ext>
                </a:extLst>
              </p:cNvPr>
              <p:cNvSpPr txBox="1"/>
              <p:nvPr/>
            </p:nvSpPr>
            <p:spPr>
              <a:xfrm>
                <a:off x="7202888" y="6306574"/>
                <a:ext cx="707473" cy="345672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EF6BBC-E642-F7CD-D1E5-F9C79F1DB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888" y="6306574"/>
                <a:ext cx="707473" cy="345672"/>
              </a:xfrm>
              <a:prstGeom prst="rect">
                <a:avLst/>
              </a:prstGeom>
              <a:blipFill>
                <a:blip r:embed="rId2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A0A417D-6D80-DF2A-728B-9E02F3736F49}"/>
              </a:ext>
            </a:extLst>
          </p:cNvPr>
          <p:cNvCxnSpPr>
            <a:cxnSpLocks/>
          </p:cNvCxnSpPr>
          <p:nvPr/>
        </p:nvCxnSpPr>
        <p:spPr>
          <a:xfrm flipV="1">
            <a:off x="7278504" y="6054332"/>
            <a:ext cx="0" cy="252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404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F33D4-DAD7-9E85-C7D1-D514CE4E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-178238" y="1581218"/>
            <a:ext cx="5092700" cy="113467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A131B3-77A7-3484-DA57-1FB47F32DE70}"/>
              </a:ext>
            </a:extLst>
          </p:cNvPr>
          <p:cNvCxnSpPr/>
          <p:nvPr/>
        </p:nvCxnSpPr>
        <p:spPr>
          <a:xfrm>
            <a:off x="699139" y="2155810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C94B22-870D-A144-9062-074B3685DC43}"/>
                  </a:ext>
                </a:extLst>
              </p:cNvPr>
              <p:cNvSpPr txBox="1"/>
              <p:nvPr/>
            </p:nvSpPr>
            <p:spPr>
              <a:xfrm>
                <a:off x="4777000" y="1963891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CA" b="0" i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C94B22-870D-A144-9062-074B3685D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000" y="1963891"/>
                <a:ext cx="8513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97994D-D895-CB17-C155-C87EDC83C9B1}"/>
              </a:ext>
            </a:extLst>
          </p:cNvPr>
          <p:cNvCxnSpPr/>
          <p:nvPr/>
        </p:nvCxnSpPr>
        <p:spPr>
          <a:xfrm flipV="1">
            <a:off x="2804632" y="742009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11AB4A-E0B2-A626-DDC8-893468A680D5}"/>
                  </a:ext>
                </a:extLst>
              </p:cNvPr>
              <p:cNvSpPr txBox="1"/>
              <p:nvPr/>
            </p:nvSpPr>
            <p:spPr>
              <a:xfrm>
                <a:off x="2830593" y="938990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11AB4A-E0B2-A626-DDC8-893468A68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593" y="938990"/>
                <a:ext cx="1138313" cy="276999"/>
              </a:xfrm>
              <a:prstGeom prst="rect">
                <a:avLst/>
              </a:prstGeom>
              <a:blipFill>
                <a:blip r:embed="rId4"/>
                <a:stretch>
                  <a:fillRect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A614C72-4B21-927C-CC6F-389D11240055}"/>
              </a:ext>
            </a:extLst>
          </p:cNvPr>
          <p:cNvSpPr/>
          <p:nvPr/>
        </p:nvSpPr>
        <p:spPr>
          <a:xfrm>
            <a:off x="-275847" y="1581218"/>
            <a:ext cx="974986" cy="12573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70AF9B7-941C-A28E-3FB8-3A6FE023E2A3}"/>
                  </a:ext>
                </a:extLst>
              </p14:cNvPr>
              <p14:cNvContentPartPr/>
              <p14:nvPr/>
            </p14:nvContentPartPr>
            <p14:xfrm>
              <a:off x="2830593" y="1215989"/>
              <a:ext cx="1753560" cy="1017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70AF9B7-941C-A28E-3FB8-3A6FE023E2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6273" y="1211669"/>
                <a:ext cx="1762200" cy="1025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94D9E-091D-6028-8FEF-6E5670D7F208}"/>
              </a:ext>
            </a:extLst>
          </p:cNvPr>
          <p:cNvCxnSpPr/>
          <p:nvPr/>
        </p:nvCxnSpPr>
        <p:spPr>
          <a:xfrm flipH="1">
            <a:off x="2982482" y="1260104"/>
            <a:ext cx="239178" cy="24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900B27-30C9-3CAF-6B42-32A11BC447D8}"/>
                  </a:ext>
                </a:extLst>
              </p:cNvPr>
              <p:cNvSpPr txBox="1"/>
              <p:nvPr/>
            </p:nvSpPr>
            <p:spPr>
              <a:xfrm>
                <a:off x="4800911" y="1036935"/>
                <a:ext cx="1138313" cy="553998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𝜔𝜏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900B27-30C9-3CAF-6B42-32A11BC44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11" y="1036935"/>
                <a:ext cx="1138313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FDEF0D-1053-149A-E071-254A7C9C80FD}"/>
              </a:ext>
            </a:extLst>
          </p:cNvPr>
          <p:cNvCxnSpPr/>
          <p:nvPr/>
        </p:nvCxnSpPr>
        <p:spPr>
          <a:xfrm flipH="1">
            <a:off x="4491050" y="1370302"/>
            <a:ext cx="239178" cy="24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AE5580C-90DA-3752-02FA-24C8B881878D}"/>
              </a:ext>
            </a:extLst>
          </p:cNvPr>
          <p:cNvSpPr/>
          <p:nvPr/>
        </p:nvSpPr>
        <p:spPr>
          <a:xfrm>
            <a:off x="3112316" y="3783435"/>
            <a:ext cx="1802146" cy="10318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1B06DE-878C-30FF-F3C7-EB9360F3D9DA}"/>
              </a:ext>
            </a:extLst>
          </p:cNvPr>
          <p:cNvCxnSpPr>
            <a:cxnSpLocks/>
          </p:cNvCxnSpPr>
          <p:nvPr/>
        </p:nvCxnSpPr>
        <p:spPr>
          <a:xfrm>
            <a:off x="2368112" y="4295163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8DC8D4-4347-6D38-AB6A-2E86E8E4132C}"/>
                  </a:ext>
                </a:extLst>
              </p:cNvPr>
              <p:cNvSpPr txBox="1"/>
              <p:nvPr/>
            </p:nvSpPr>
            <p:spPr>
              <a:xfrm>
                <a:off x="1633776" y="4140207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8DC8D4-4347-6D38-AB6A-2E86E8E4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776" y="4140207"/>
                <a:ext cx="944447" cy="276999"/>
              </a:xfrm>
              <a:prstGeom prst="rect">
                <a:avLst/>
              </a:prstGeom>
              <a:blipFill>
                <a:blip r:embed="rId8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45CA4-E44E-FEEA-1341-054FF0B04521}"/>
                  </a:ext>
                </a:extLst>
              </p:cNvPr>
              <p:cNvSpPr txBox="1"/>
              <p:nvPr/>
            </p:nvSpPr>
            <p:spPr>
              <a:xfrm>
                <a:off x="5467000" y="4140207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845CA4-E44E-FEEA-1341-054FF0B0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000" y="4140207"/>
                <a:ext cx="944447" cy="276999"/>
              </a:xfrm>
              <a:prstGeom prst="rect">
                <a:avLst/>
              </a:prstGeom>
              <a:blipFill>
                <a:blip r:embed="rId9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457660-FF00-D110-8D96-EEB869BEE7AC}"/>
              </a:ext>
            </a:extLst>
          </p:cNvPr>
          <p:cNvCxnSpPr>
            <a:cxnSpLocks/>
          </p:cNvCxnSpPr>
          <p:nvPr/>
        </p:nvCxnSpPr>
        <p:spPr>
          <a:xfrm>
            <a:off x="4914462" y="4295163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C33623-776A-8A40-EA7C-0B27E9201526}"/>
                  </a:ext>
                </a:extLst>
              </p:cNvPr>
              <p:cNvSpPr txBox="1"/>
              <p:nvPr/>
            </p:nvSpPr>
            <p:spPr>
              <a:xfrm>
                <a:off x="3284139" y="3891951"/>
                <a:ext cx="14585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b="0"/>
              </a:p>
              <a:p>
                <a:pPr algn="ctr"/>
                <a:r>
                  <a:rPr lang="en-US"/>
                  <a:t>impulse response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C33623-776A-8A40-EA7C-0B27E9201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139" y="3891951"/>
                <a:ext cx="1458500" cy="923330"/>
              </a:xfrm>
              <a:prstGeom prst="rect">
                <a:avLst/>
              </a:prstGeom>
              <a:blipFill>
                <a:blip r:embed="rId1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56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595539-3CBB-9167-35EC-8ADBA0D2C3FF}"/>
              </a:ext>
            </a:extLst>
          </p:cNvPr>
          <p:cNvSpPr/>
          <p:nvPr/>
        </p:nvSpPr>
        <p:spPr>
          <a:xfrm>
            <a:off x="3800574" y="1822789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9F76-DF41-80DD-FA9C-6A5135D79912}"/>
                  </a:ext>
                </a:extLst>
              </p:cNvPr>
              <p:cNvSpPr txBox="1"/>
              <p:nvPr/>
            </p:nvSpPr>
            <p:spPr>
              <a:xfrm>
                <a:off x="2748156" y="1865513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629F76-DF41-80DD-FA9C-6A5135D79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156" y="1865513"/>
                <a:ext cx="578783" cy="276999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0E30C9-84BF-3DF4-B5D8-7F4D7142DA9B}"/>
                  </a:ext>
                </a:extLst>
              </p:cNvPr>
              <p:cNvSpPr txBox="1"/>
              <p:nvPr/>
            </p:nvSpPr>
            <p:spPr>
              <a:xfrm>
                <a:off x="6443065" y="186551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0E30C9-84BF-3DF4-B5D8-7F4D7142D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065" y="1865513"/>
                <a:ext cx="944447" cy="276999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C8890A-439A-397D-7A9F-F799290BF58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086168" y="202046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AE971B-788D-0AC2-0320-C8A38A89E72B}"/>
                  </a:ext>
                </a:extLst>
              </p:cNvPr>
              <p:cNvSpPr txBox="1"/>
              <p:nvPr/>
            </p:nvSpPr>
            <p:spPr>
              <a:xfrm>
                <a:off x="3984056" y="1839246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AE971B-788D-0AC2-0320-C8A38A89E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056" y="1839246"/>
                <a:ext cx="5406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54CA44A-31A9-F066-F6A1-BF5EF935BE44}"/>
              </a:ext>
            </a:extLst>
          </p:cNvPr>
          <p:cNvSpPr/>
          <p:nvPr/>
        </p:nvSpPr>
        <p:spPr>
          <a:xfrm>
            <a:off x="5226252" y="1819346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2D1CF-F104-DE50-8EEE-5FDEC1FAAF94}"/>
                  </a:ext>
                </a:extLst>
              </p:cNvPr>
              <p:cNvSpPr txBox="1"/>
              <p:nvPr/>
            </p:nvSpPr>
            <p:spPr>
              <a:xfrm>
                <a:off x="5409734" y="1835803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2D1CF-F104-DE50-8EEE-5FDEC1FAA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734" y="1835803"/>
                <a:ext cx="5406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458240-48D5-1500-C5E5-50FF51F473CC}"/>
              </a:ext>
            </a:extLst>
          </p:cNvPr>
          <p:cNvCxnSpPr>
            <a:cxnSpLocks/>
          </p:cNvCxnSpPr>
          <p:nvPr/>
        </p:nvCxnSpPr>
        <p:spPr>
          <a:xfrm flipV="1">
            <a:off x="3253460" y="2023912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3AB0F4-98AE-71A2-BA12-C89F6DB5218A}"/>
              </a:ext>
            </a:extLst>
          </p:cNvPr>
          <p:cNvCxnSpPr>
            <a:cxnSpLocks/>
          </p:cNvCxnSpPr>
          <p:nvPr/>
        </p:nvCxnSpPr>
        <p:spPr>
          <a:xfrm flipV="1">
            <a:off x="4664339" y="2027355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5FAB8D-D498-8B78-0407-DCD1E61C2133}"/>
                  </a:ext>
                </a:extLst>
              </p:cNvPr>
              <p:cNvSpPr txBox="1"/>
              <p:nvPr/>
            </p:nvSpPr>
            <p:spPr>
              <a:xfrm>
                <a:off x="2771751" y="2657010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5FAB8D-D498-8B78-0407-DCD1E61C2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51" y="2657010"/>
                <a:ext cx="578783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E9C495-BE50-6333-1226-FF945D36D81A}"/>
                  </a:ext>
                </a:extLst>
              </p:cNvPr>
              <p:cNvSpPr txBox="1"/>
              <p:nvPr/>
            </p:nvSpPr>
            <p:spPr>
              <a:xfrm>
                <a:off x="5044831" y="266045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E9C495-BE50-6333-1226-FF945D36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831" y="2660453"/>
                <a:ext cx="944447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253BB2-257C-A172-F2A7-8D9EB8560BA1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4687934" y="281540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F31CA39-28EA-8C70-F3D8-A22D17EEBAD2}"/>
              </a:ext>
            </a:extLst>
          </p:cNvPr>
          <p:cNvSpPr/>
          <p:nvPr/>
        </p:nvSpPr>
        <p:spPr>
          <a:xfrm>
            <a:off x="3828018" y="2614286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DD9CA2-0805-65BB-F761-9AF19F39F3F2}"/>
                  </a:ext>
                </a:extLst>
              </p:cNvPr>
              <p:cNvSpPr txBox="1"/>
              <p:nvPr/>
            </p:nvSpPr>
            <p:spPr>
              <a:xfrm>
                <a:off x="4011500" y="2630743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DD9CA2-0805-65BB-F761-9AF19F39F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500" y="2630743"/>
                <a:ext cx="54060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B3BE6A-63DF-A7E3-1BA7-BC870C6A8C17}"/>
              </a:ext>
            </a:extLst>
          </p:cNvPr>
          <p:cNvCxnSpPr>
            <a:cxnSpLocks/>
          </p:cNvCxnSpPr>
          <p:nvPr/>
        </p:nvCxnSpPr>
        <p:spPr>
          <a:xfrm flipV="1">
            <a:off x="3277055" y="281540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434678A-31A7-1E78-77AE-9C33EA55D1CA}"/>
              </a:ext>
            </a:extLst>
          </p:cNvPr>
          <p:cNvSpPr/>
          <p:nvPr/>
        </p:nvSpPr>
        <p:spPr>
          <a:xfrm>
            <a:off x="5053781" y="3777546"/>
            <a:ext cx="2369574" cy="21729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EBBBE9-EC7F-44C6-E42A-3A097A764FA8}"/>
              </a:ext>
            </a:extLst>
          </p:cNvPr>
          <p:cNvSpPr/>
          <p:nvPr/>
        </p:nvSpPr>
        <p:spPr>
          <a:xfrm>
            <a:off x="3952974" y="1975189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F8DE75-25B3-E10F-BE24-AFCB8A658709}"/>
                  </a:ext>
                </a:extLst>
              </p:cNvPr>
              <p:cNvSpPr txBox="1"/>
              <p:nvPr/>
            </p:nvSpPr>
            <p:spPr>
              <a:xfrm>
                <a:off x="2900556" y="2017913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F8DE75-25B3-E10F-BE24-AFCB8A658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556" y="2017913"/>
                <a:ext cx="578783" cy="276999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4275AA-23F0-C8BD-8BDF-A8F645F02C56}"/>
                  </a:ext>
                </a:extLst>
              </p:cNvPr>
              <p:cNvSpPr txBox="1"/>
              <p:nvPr/>
            </p:nvSpPr>
            <p:spPr>
              <a:xfrm>
                <a:off x="6595465" y="201791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4275AA-23F0-C8BD-8BDF-A8F645F0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465" y="2017913"/>
                <a:ext cx="944447" cy="276999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C3C73B-D364-992D-288E-D76A1150A6A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238568" y="217286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A50E17-4F0D-DBCB-5B6A-E27DF01F9A1D}"/>
                  </a:ext>
                </a:extLst>
              </p:cNvPr>
              <p:cNvSpPr txBox="1"/>
              <p:nvPr/>
            </p:nvSpPr>
            <p:spPr>
              <a:xfrm>
                <a:off x="4136456" y="1991646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A50E17-4F0D-DBCB-5B6A-E27DF01F9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456" y="1991646"/>
                <a:ext cx="5406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D6945DA-DAB3-FBEE-CFE6-C9E96FDCB628}"/>
              </a:ext>
            </a:extLst>
          </p:cNvPr>
          <p:cNvSpPr/>
          <p:nvPr/>
        </p:nvSpPr>
        <p:spPr>
          <a:xfrm>
            <a:off x="5378652" y="1971746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46A811-138C-CCDB-E407-E00600604926}"/>
                  </a:ext>
                </a:extLst>
              </p:cNvPr>
              <p:cNvSpPr txBox="1"/>
              <p:nvPr/>
            </p:nvSpPr>
            <p:spPr>
              <a:xfrm>
                <a:off x="5562134" y="1988203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B46A811-138C-CCDB-E407-E00600604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134" y="1988203"/>
                <a:ext cx="5406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DC5C9E4-C837-A561-AF5A-40265ACB49BC}"/>
              </a:ext>
            </a:extLst>
          </p:cNvPr>
          <p:cNvCxnSpPr>
            <a:cxnSpLocks/>
          </p:cNvCxnSpPr>
          <p:nvPr/>
        </p:nvCxnSpPr>
        <p:spPr>
          <a:xfrm flipV="1">
            <a:off x="3405860" y="2176312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CFFFB2-FF8C-43F3-5DC2-FA5A9D302E2C}"/>
              </a:ext>
            </a:extLst>
          </p:cNvPr>
          <p:cNvCxnSpPr>
            <a:cxnSpLocks/>
          </p:cNvCxnSpPr>
          <p:nvPr/>
        </p:nvCxnSpPr>
        <p:spPr>
          <a:xfrm flipV="1">
            <a:off x="4816739" y="2179755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4287C73-0927-5EFE-59E7-768848375B26}"/>
                  </a:ext>
                </a:extLst>
              </p:cNvPr>
              <p:cNvSpPr txBox="1"/>
              <p:nvPr/>
            </p:nvSpPr>
            <p:spPr>
              <a:xfrm>
                <a:off x="2924151" y="2809410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4287C73-0927-5EFE-59E7-768848375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51" y="2809410"/>
                <a:ext cx="578783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606C02-380B-8A07-7862-7C0B3E88CB58}"/>
                  </a:ext>
                </a:extLst>
              </p:cNvPr>
              <p:cNvSpPr txBox="1"/>
              <p:nvPr/>
            </p:nvSpPr>
            <p:spPr>
              <a:xfrm>
                <a:off x="5197231" y="281285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606C02-380B-8A07-7862-7C0B3E88C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231" y="2812853"/>
                <a:ext cx="944447" cy="276999"/>
              </a:xfrm>
              <a:prstGeom prst="rect">
                <a:avLst/>
              </a:prstGeom>
              <a:blipFill>
                <a:blip r:embed="rId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737C90-DBC9-A3AE-8993-8337B49816EB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4840334" y="296780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FA73A5E-A1BA-6CAF-82F7-04B35B3E4116}"/>
              </a:ext>
            </a:extLst>
          </p:cNvPr>
          <p:cNvSpPr/>
          <p:nvPr/>
        </p:nvSpPr>
        <p:spPr>
          <a:xfrm>
            <a:off x="3980418" y="2766686"/>
            <a:ext cx="859916" cy="4091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BDEAE2E-934B-A6D1-3151-0A434480726B}"/>
                  </a:ext>
                </a:extLst>
              </p:cNvPr>
              <p:cNvSpPr txBox="1"/>
              <p:nvPr/>
            </p:nvSpPr>
            <p:spPr>
              <a:xfrm>
                <a:off x="4163900" y="2783143"/>
                <a:ext cx="5406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BDEAE2E-934B-A6D1-3151-0A4344807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900" y="2783143"/>
                <a:ext cx="54060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3EDCA7-0046-4CB5-7EEA-F7522A1F5356}"/>
              </a:ext>
            </a:extLst>
          </p:cNvPr>
          <p:cNvCxnSpPr>
            <a:cxnSpLocks/>
          </p:cNvCxnSpPr>
          <p:nvPr/>
        </p:nvCxnSpPr>
        <p:spPr>
          <a:xfrm flipV="1">
            <a:off x="3429455" y="2967809"/>
            <a:ext cx="538318" cy="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7F3C55-2236-999D-00F3-527D510671C0}"/>
              </a:ext>
            </a:extLst>
          </p:cNvPr>
          <p:cNvCxnSpPr>
            <a:stCxn id="22" idx="0"/>
            <a:endCxn id="22" idx="4"/>
          </p:cNvCxnSpPr>
          <p:nvPr/>
        </p:nvCxnSpPr>
        <p:spPr>
          <a:xfrm>
            <a:off x="6238568" y="3777546"/>
            <a:ext cx="0" cy="2172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030B9D-46FE-1F06-70D8-D49E7E5FFF53}"/>
                  </a:ext>
                </a:extLst>
              </p:cNvPr>
              <p:cNvSpPr txBox="1"/>
              <p:nvPr/>
            </p:nvSpPr>
            <p:spPr>
              <a:xfrm>
                <a:off x="5409734" y="4725510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030B9D-46FE-1F06-70D8-D49E7E5FF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734" y="4725510"/>
                <a:ext cx="578783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882C537-0E59-A98F-953F-6D4F6898FECE}"/>
                  </a:ext>
                </a:extLst>
              </p:cNvPr>
              <p:cNvSpPr txBox="1"/>
              <p:nvPr/>
            </p:nvSpPr>
            <p:spPr>
              <a:xfrm>
                <a:off x="6488905" y="4725510"/>
                <a:ext cx="5787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882C537-0E59-A98F-953F-6D4F6898F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905" y="4725510"/>
                <a:ext cx="578783" cy="276999"/>
              </a:xfrm>
              <a:prstGeom prst="rect">
                <a:avLst/>
              </a:prstGeom>
              <a:blipFill>
                <a:blip r:embed="rId1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F825FD89-739A-55D5-A165-1BDD50A9E74C}"/>
              </a:ext>
            </a:extLst>
          </p:cNvPr>
          <p:cNvSpPr/>
          <p:nvPr/>
        </p:nvSpPr>
        <p:spPr>
          <a:xfrm>
            <a:off x="6272994" y="5002509"/>
            <a:ext cx="850258" cy="7687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412D3C4-0003-9FB6-5F6D-AA06B6E22DF9}"/>
                  </a:ext>
                </a:extLst>
              </p:cNvPr>
              <p:cNvSpPr txBox="1"/>
              <p:nvPr/>
            </p:nvSpPr>
            <p:spPr>
              <a:xfrm>
                <a:off x="6265057" y="5109892"/>
                <a:ext cx="5787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412D3C4-0003-9FB6-5F6D-AA06B6E22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057" y="5109892"/>
                <a:ext cx="578783" cy="184666"/>
              </a:xfrm>
              <a:prstGeom prst="rect">
                <a:avLst/>
              </a:prstGeom>
              <a:blipFill>
                <a:blip r:embed="rId11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C124A03F-D2F0-F747-B2BE-598E90E0556F}"/>
              </a:ext>
            </a:extLst>
          </p:cNvPr>
          <p:cNvSpPr/>
          <p:nvPr/>
        </p:nvSpPr>
        <p:spPr>
          <a:xfrm>
            <a:off x="6519707" y="5323873"/>
            <a:ext cx="452871" cy="4166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CE4E5B9-E888-6CBF-4C2A-EECABBB42B67}"/>
                  </a:ext>
                </a:extLst>
              </p:cNvPr>
              <p:cNvSpPr txBox="1"/>
              <p:nvPr/>
            </p:nvSpPr>
            <p:spPr>
              <a:xfrm>
                <a:off x="6443065" y="5446281"/>
                <a:ext cx="5787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CE4E5B9-E888-6CBF-4C2A-EECABBB42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065" y="5446281"/>
                <a:ext cx="578783" cy="184666"/>
              </a:xfrm>
              <a:prstGeom prst="rect">
                <a:avLst/>
              </a:prstGeom>
              <a:blipFill>
                <a:blip r:embed="rId1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20749872-1885-CD73-973F-B8F0647AD916}"/>
              </a:ext>
            </a:extLst>
          </p:cNvPr>
          <p:cNvSpPr/>
          <p:nvPr/>
        </p:nvSpPr>
        <p:spPr>
          <a:xfrm>
            <a:off x="5422736" y="3930432"/>
            <a:ext cx="850258" cy="7687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D3F53F0-C6E0-5574-D5C6-F817EBD9653F}"/>
                  </a:ext>
                </a:extLst>
              </p:cNvPr>
              <p:cNvSpPr txBox="1"/>
              <p:nvPr/>
            </p:nvSpPr>
            <p:spPr>
              <a:xfrm>
                <a:off x="5414799" y="4037815"/>
                <a:ext cx="5787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D3F53F0-C6E0-5574-D5C6-F817EBD96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799" y="4037815"/>
                <a:ext cx="578783" cy="184666"/>
              </a:xfrm>
              <a:prstGeom prst="rect">
                <a:avLst/>
              </a:prstGeom>
              <a:blipFill>
                <a:blip r:embed="rId1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C1E044EC-D94A-6185-89B3-D4CDC1BAF004}"/>
              </a:ext>
            </a:extLst>
          </p:cNvPr>
          <p:cNvSpPr/>
          <p:nvPr/>
        </p:nvSpPr>
        <p:spPr>
          <a:xfrm>
            <a:off x="5669449" y="4251796"/>
            <a:ext cx="452871" cy="4166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D2282D1-27C8-71BD-14DF-E41611D77C07}"/>
                  </a:ext>
                </a:extLst>
              </p:cNvPr>
              <p:cNvSpPr txBox="1"/>
              <p:nvPr/>
            </p:nvSpPr>
            <p:spPr>
              <a:xfrm>
                <a:off x="5592807" y="4374204"/>
                <a:ext cx="5787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e>
                        <m:sub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D2282D1-27C8-71BD-14DF-E41611D77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807" y="4374204"/>
                <a:ext cx="578783" cy="184666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017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165E3-69CF-AEE6-3FBB-A5E59A46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768" y="2149816"/>
            <a:ext cx="2981527" cy="140958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AA01E0-DF81-2871-4F72-D09623642AF4}"/>
              </a:ext>
            </a:extLst>
          </p:cNvPr>
          <p:cNvCxnSpPr/>
          <p:nvPr/>
        </p:nvCxnSpPr>
        <p:spPr>
          <a:xfrm>
            <a:off x="3613255" y="3574412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/>
              <p:nvPr/>
            </p:nvSpPr>
            <p:spPr>
              <a:xfrm>
                <a:off x="7691116" y="3382493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CA" b="0" i="1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116" y="3382493"/>
                <a:ext cx="8513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21B64F-FF54-7367-E3AF-EA3F790762A7}"/>
              </a:ext>
            </a:extLst>
          </p:cNvPr>
          <p:cNvCxnSpPr/>
          <p:nvPr/>
        </p:nvCxnSpPr>
        <p:spPr>
          <a:xfrm flipV="1">
            <a:off x="5702107" y="1810991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/>
              <p:nvPr/>
            </p:nvSpPr>
            <p:spPr>
              <a:xfrm>
                <a:off x="5149590" y="1505778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590" y="1505778"/>
                <a:ext cx="1138313" cy="276999"/>
              </a:xfrm>
              <a:prstGeom prst="rect">
                <a:avLst/>
              </a:prstGeom>
              <a:blipFill>
                <a:blip r:embed="rId4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6FB8CC4-327A-2107-6DB0-BA9045F6FEF8}"/>
              </a:ext>
            </a:extLst>
          </p:cNvPr>
          <p:cNvSpPr/>
          <p:nvPr/>
        </p:nvSpPr>
        <p:spPr>
          <a:xfrm>
            <a:off x="2638269" y="2999820"/>
            <a:ext cx="974986" cy="12573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185E3-EFDA-0B6C-3019-DA775EA9477C}"/>
                  </a:ext>
                </a:extLst>
              </p:cNvPr>
              <p:cNvSpPr txBox="1"/>
              <p:nvPr/>
            </p:nvSpPr>
            <p:spPr>
              <a:xfrm>
                <a:off x="5860028" y="1899968"/>
                <a:ext cx="1479231" cy="310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𝑀𝑆𝑉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CA" sz="1400" b="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185E3-EFDA-0B6C-3019-DA775EA94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028" y="1899968"/>
                <a:ext cx="1479231" cy="310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51817A-5BC3-6AF3-1F59-D7277FF76798}"/>
              </a:ext>
            </a:extLst>
          </p:cNvPr>
          <p:cNvCxnSpPr>
            <a:cxnSpLocks/>
          </p:cNvCxnSpPr>
          <p:nvPr/>
        </p:nvCxnSpPr>
        <p:spPr>
          <a:xfrm flipH="1">
            <a:off x="5708592" y="2096330"/>
            <a:ext cx="197719" cy="142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0B4D13-9025-9219-405A-25A99BC3E9D8}"/>
              </a:ext>
            </a:extLst>
          </p:cNvPr>
          <p:cNvCxnSpPr/>
          <p:nvPr/>
        </p:nvCxnSpPr>
        <p:spPr>
          <a:xfrm>
            <a:off x="4036982" y="3314700"/>
            <a:ext cx="336309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06AE0-B2B5-0534-2751-D2F9CD17E735}"/>
                  </a:ext>
                </a:extLst>
              </p:cNvPr>
              <p:cNvSpPr txBox="1"/>
              <p:nvPr/>
            </p:nvSpPr>
            <p:spPr>
              <a:xfrm>
                <a:off x="7456238" y="3116154"/>
                <a:ext cx="425662" cy="28084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06AE0-B2B5-0534-2751-D2F9CD17E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238" y="3116154"/>
                <a:ext cx="425662" cy="280846"/>
              </a:xfrm>
              <a:prstGeom prst="rect">
                <a:avLst/>
              </a:prstGeom>
              <a:blipFill>
                <a:blip r:embed="rId6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850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4961EC-5C26-14CC-E202-57D6337A7A41}"/>
              </a:ext>
            </a:extLst>
          </p:cNvPr>
          <p:cNvCxnSpPr/>
          <p:nvPr/>
        </p:nvCxnSpPr>
        <p:spPr>
          <a:xfrm>
            <a:off x="653594" y="2233854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4C36FB-2FDD-74C5-F98D-180AB615EC83}"/>
                  </a:ext>
                </a:extLst>
              </p:cNvPr>
              <p:cNvSpPr txBox="1"/>
              <p:nvPr/>
            </p:nvSpPr>
            <p:spPr>
              <a:xfrm>
                <a:off x="4731455" y="2041935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4C36FB-2FDD-74C5-F98D-180AB615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455" y="2041935"/>
                <a:ext cx="851324" cy="369332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D344AF-7B0F-564B-0FC1-E8E028F2B48F}"/>
              </a:ext>
            </a:extLst>
          </p:cNvPr>
          <p:cNvCxnSpPr/>
          <p:nvPr/>
        </p:nvCxnSpPr>
        <p:spPr>
          <a:xfrm flipV="1">
            <a:off x="2742446" y="470433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DFF63-E509-DC00-DA9C-896C86FA524E}"/>
                  </a:ext>
                </a:extLst>
              </p:cNvPr>
              <p:cNvSpPr txBox="1"/>
              <p:nvPr/>
            </p:nvSpPr>
            <p:spPr>
              <a:xfrm>
                <a:off x="2189929" y="165220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DFF63-E509-DC00-DA9C-896C86FA5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929" y="165220"/>
                <a:ext cx="1138313" cy="302390"/>
              </a:xfrm>
              <a:prstGeom prst="rect">
                <a:avLst/>
              </a:prstGeom>
              <a:blipFill>
                <a:blip r:embed="rId3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8996ED-695C-6D7C-C286-BDB786AB58F4}"/>
                  </a:ext>
                </a:extLst>
              </p:cNvPr>
              <p:cNvSpPr txBox="1"/>
              <p:nvPr/>
            </p:nvSpPr>
            <p:spPr>
              <a:xfrm>
                <a:off x="1022003" y="151873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8996ED-695C-6D7C-C286-BDB786AB5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03" y="1518731"/>
                <a:ext cx="425662" cy="184666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8B9E3B-54AC-EEDC-002D-A81B8E3E6F18}"/>
              </a:ext>
            </a:extLst>
          </p:cNvPr>
          <p:cNvCxnSpPr/>
          <p:nvPr/>
        </p:nvCxnSpPr>
        <p:spPr>
          <a:xfrm flipV="1">
            <a:off x="1234834" y="1713035"/>
            <a:ext cx="0" cy="520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48A63D-F89F-C218-B9F5-E61F572E26A8}"/>
                  </a:ext>
                </a:extLst>
              </p:cNvPr>
              <p:cNvSpPr txBox="1"/>
              <p:nvPr/>
            </p:nvSpPr>
            <p:spPr>
              <a:xfrm>
                <a:off x="1020688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48A63D-F89F-C218-B9F5-E61F572E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88" y="2278529"/>
                <a:ext cx="425662" cy="184666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1664C6-752C-1132-1D89-5E4CC8BC663D}"/>
                  </a:ext>
                </a:extLst>
              </p:cNvPr>
              <p:cNvSpPr txBox="1"/>
              <p:nvPr/>
            </p:nvSpPr>
            <p:spPr>
              <a:xfrm>
                <a:off x="4037227" y="64351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1664C6-752C-1132-1D89-5E4CC8BC6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227" y="643516"/>
                <a:ext cx="425662" cy="184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9FD82F-E4AC-D44D-DB45-74176B303590}"/>
              </a:ext>
            </a:extLst>
          </p:cNvPr>
          <p:cNvCxnSpPr>
            <a:cxnSpLocks/>
          </p:cNvCxnSpPr>
          <p:nvPr/>
        </p:nvCxnSpPr>
        <p:spPr>
          <a:xfrm flipV="1">
            <a:off x="4232902" y="828182"/>
            <a:ext cx="17156" cy="14056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32678A-1948-3AE3-83FD-EFBDF4522B95}"/>
                  </a:ext>
                </a:extLst>
              </p:cNvPr>
              <p:cNvSpPr txBox="1"/>
              <p:nvPr/>
            </p:nvSpPr>
            <p:spPr>
              <a:xfrm>
                <a:off x="4018756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32678A-1948-3AE3-83FD-EFBDF4522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756" y="2278529"/>
                <a:ext cx="425662" cy="184666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76E5FA-54F9-DB4C-B324-9E927AB53C03}"/>
              </a:ext>
            </a:extLst>
          </p:cNvPr>
          <p:cNvCxnSpPr/>
          <p:nvPr/>
        </p:nvCxnSpPr>
        <p:spPr>
          <a:xfrm>
            <a:off x="5709918" y="2233854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AA59A2-95F2-BA16-F3AA-10A1E6E1454C}"/>
                  </a:ext>
                </a:extLst>
              </p:cNvPr>
              <p:cNvSpPr txBox="1"/>
              <p:nvPr/>
            </p:nvSpPr>
            <p:spPr>
              <a:xfrm>
                <a:off x="9787779" y="2041935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AA59A2-95F2-BA16-F3AA-10A1E6E14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7779" y="2041935"/>
                <a:ext cx="851324" cy="369332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30A651-64FD-5E61-F534-CB02C9F09CB7}"/>
              </a:ext>
            </a:extLst>
          </p:cNvPr>
          <p:cNvCxnSpPr>
            <a:cxnSpLocks/>
          </p:cNvCxnSpPr>
          <p:nvPr/>
        </p:nvCxnSpPr>
        <p:spPr>
          <a:xfrm flipV="1">
            <a:off x="6003526" y="484045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0F35E7-35A0-7E5B-EFDC-9F1B620C2B48}"/>
                  </a:ext>
                </a:extLst>
              </p:cNvPr>
              <p:cNvSpPr txBox="1"/>
              <p:nvPr/>
            </p:nvSpPr>
            <p:spPr>
              <a:xfrm>
                <a:off x="5434369" y="150113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0F35E7-35A0-7E5B-EFDC-9F1B620C2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369" y="150113"/>
                <a:ext cx="1138313" cy="302390"/>
              </a:xfrm>
              <a:prstGeom prst="rect">
                <a:avLst/>
              </a:prstGeom>
              <a:blipFill>
                <a:blip r:embed="rId8"/>
                <a:stretch>
                  <a:fillRect t="-41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FB3252-1242-ABD1-534A-CAF724D0C61C}"/>
              </a:ext>
            </a:extLst>
          </p:cNvPr>
          <p:cNvCxnSpPr>
            <a:cxnSpLocks/>
          </p:cNvCxnSpPr>
          <p:nvPr/>
        </p:nvCxnSpPr>
        <p:spPr>
          <a:xfrm flipV="1">
            <a:off x="7321069" y="1563030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BD45-96C1-362E-860B-77AD2C76D33F}"/>
                  </a:ext>
                </a:extLst>
              </p:cNvPr>
              <p:cNvSpPr txBox="1"/>
              <p:nvPr/>
            </p:nvSpPr>
            <p:spPr>
              <a:xfrm>
                <a:off x="6462030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BD45-96C1-362E-860B-77AD2C76D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030" y="2278529"/>
                <a:ext cx="425662" cy="184666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686EC7-7D29-4A68-B8D5-EB6C8C6AF5EA}"/>
                  </a:ext>
                </a:extLst>
              </p:cNvPr>
              <p:cNvSpPr txBox="1"/>
              <p:nvPr/>
            </p:nvSpPr>
            <p:spPr>
              <a:xfrm>
                <a:off x="7113641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686EC7-7D29-4A68-B8D5-EB6C8C6AF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641" y="2278529"/>
                <a:ext cx="425662" cy="184666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111619-3DB5-F51F-95EC-F5202E70DAAA}"/>
                  </a:ext>
                </a:extLst>
              </p:cNvPr>
              <p:cNvSpPr txBox="1"/>
              <p:nvPr/>
            </p:nvSpPr>
            <p:spPr>
              <a:xfrm>
                <a:off x="7770469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111619-3DB5-F51F-95EC-F5202E70D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69" y="2278529"/>
                <a:ext cx="425662" cy="184666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8882ED-22B9-319C-4ED0-45D0FBB6E292}"/>
                  </a:ext>
                </a:extLst>
              </p:cNvPr>
              <p:cNvSpPr txBox="1"/>
              <p:nvPr/>
            </p:nvSpPr>
            <p:spPr>
              <a:xfrm>
                <a:off x="8362381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8882ED-22B9-319C-4ED0-45D0FBB6E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381" y="2278529"/>
                <a:ext cx="425662" cy="184666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42AC93-2FCE-1A6E-A17E-6222A50E02DE}"/>
                  </a:ext>
                </a:extLst>
              </p:cNvPr>
              <p:cNvSpPr txBox="1"/>
              <p:nvPr/>
            </p:nvSpPr>
            <p:spPr>
              <a:xfrm>
                <a:off x="6449467" y="78612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42AC93-2FCE-1A6E-A17E-6222A50E0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467" y="786128"/>
                <a:ext cx="425662" cy="184666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1E468CA-229C-224C-04A5-EC359E09AF76}"/>
              </a:ext>
            </a:extLst>
          </p:cNvPr>
          <p:cNvCxnSpPr>
            <a:cxnSpLocks/>
          </p:cNvCxnSpPr>
          <p:nvPr/>
        </p:nvCxnSpPr>
        <p:spPr>
          <a:xfrm flipV="1">
            <a:off x="6674167" y="985180"/>
            <a:ext cx="694" cy="1245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92CD7C-7D56-7A51-DC6D-3A40912BD6BC}"/>
              </a:ext>
            </a:extLst>
          </p:cNvPr>
          <p:cNvCxnSpPr>
            <a:cxnSpLocks/>
          </p:cNvCxnSpPr>
          <p:nvPr/>
        </p:nvCxnSpPr>
        <p:spPr>
          <a:xfrm>
            <a:off x="5996399" y="1607704"/>
            <a:ext cx="1324670" cy="6225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AE1048-70FF-89FF-910E-BFC3ED3DA3D3}"/>
              </a:ext>
            </a:extLst>
          </p:cNvPr>
          <p:cNvCxnSpPr>
            <a:cxnSpLocks/>
          </p:cNvCxnSpPr>
          <p:nvPr/>
        </p:nvCxnSpPr>
        <p:spPr>
          <a:xfrm flipV="1">
            <a:off x="7983300" y="1570283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70F2F-927C-9867-4CFD-C5B6F0EC19AD}"/>
              </a:ext>
            </a:extLst>
          </p:cNvPr>
          <p:cNvCxnSpPr>
            <a:cxnSpLocks/>
          </p:cNvCxnSpPr>
          <p:nvPr/>
        </p:nvCxnSpPr>
        <p:spPr>
          <a:xfrm flipV="1">
            <a:off x="7321069" y="1570282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68AE6E-C3A2-5D60-0614-CCC01F3D09AC}"/>
              </a:ext>
            </a:extLst>
          </p:cNvPr>
          <p:cNvCxnSpPr>
            <a:cxnSpLocks/>
          </p:cNvCxnSpPr>
          <p:nvPr/>
        </p:nvCxnSpPr>
        <p:spPr>
          <a:xfrm flipV="1">
            <a:off x="7983299" y="1560622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AF46E8B-044B-1D74-66EB-3998FE0528FE}"/>
              </a:ext>
            </a:extLst>
          </p:cNvPr>
          <p:cNvCxnSpPr>
            <a:cxnSpLocks/>
          </p:cNvCxnSpPr>
          <p:nvPr/>
        </p:nvCxnSpPr>
        <p:spPr>
          <a:xfrm flipV="1">
            <a:off x="8645530" y="1889203"/>
            <a:ext cx="0" cy="342243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8338FB-5F1B-A622-DFC3-59A75EE43ACC}"/>
              </a:ext>
            </a:extLst>
          </p:cNvPr>
          <p:cNvCxnSpPr>
            <a:cxnSpLocks/>
          </p:cNvCxnSpPr>
          <p:nvPr/>
        </p:nvCxnSpPr>
        <p:spPr>
          <a:xfrm flipV="1">
            <a:off x="7979839" y="1900034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BE9E56-9E63-E7CC-910F-2CB0757852E3}"/>
                  </a:ext>
                </a:extLst>
              </p:cNvPr>
              <p:cNvSpPr txBox="1"/>
              <p:nvPr/>
            </p:nvSpPr>
            <p:spPr>
              <a:xfrm>
                <a:off x="5577863" y="151355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BE9E56-9E63-E7CC-910F-2CB075785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63" y="1513558"/>
                <a:ext cx="425662" cy="184666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30A5693-CB50-0324-C84D-ABC8C7085FCA}"/>
                  </a:ext>
                </a:extLst>
              </p:cNvPr>
              <p:cNvSpPr txBox="1"/>
              <p:nvPr/>
            </p:nvSpPr>
            <p:spPr>
              <a:xfrm>
                <a:off x="7439353" y="1355323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30A5693-CB50-0324-C84D-ABC8C7085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353" y="1355323"/>
                <a:ext cx="425662" cy="1846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FDBEF7-9C36-D46A-8194-6683FCDD33B8}"/>
                  </a:ext>
                </a:extLst>
              </p:cNvPr>
              <p:cNvSpPr txBox="1"/>
              <p:nvPr/>
            </p:nvSpPr>
            <p:spPr>
              <a:xfrm>
                <a:off x="8074834" y="167069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FDBEF7-9C36-D46A-8194-6683FCDD3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834" y="1670694"/>
                <a:ext cx="425662" cy="184666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4AC1E2-525E-A744-345D-5051295F42DC}"/>
              </a:ext>
            </a:extLst>
          </p:cNvPr>
          <p:cNvCxnSpPr/>
          <p:nvPr/>
        </p:nvCxnSpPr>
        <p:spPr>
          <a:xfrm>
            <a:off x="606451" y="5536943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2B1D29-D3BB-1D19-140A-694B75DE8D0B}"/>
                  </a:ext>
                </a:extLst>
              </p:cNvPr>
              <p:cNvSpPr txBox="1"/>
              <p:nvPr/>
            </p:nvSpPr>
            <p:spPr>
              <a:xfrm>
                <a:off x="4684312" y="5345024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2B1D29-D3BB-1D19-140A-694B75DE8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312" y="5345024"/>
                <a:ext cx="851324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A3A86D-E40F-3D10-8A72-7A16FE050D29}"/>
              </a:ext>
            </a:extLst>
          </p:cNvPr>
          <p:cNvCxnSpPr>
            <a:cxnSpLocks/>
          </p:cNvCxnSpPr>
          <p:nvPr/>
        </p:nvCxnSpPr>
        <p:spPr>
          <a:xfrm flipV="1">
            <a:off x="2881973" y="3770699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342420-C52C-33EF-8371-D18943911CFC}"/>
                  </a:ext>
                </a:extLst>
              </p:cNvPr>
              <p:cNvSpPr txBox="1"/>
              <p:nvPr/>
            </p:nvSpPr>
            <p:spPr>
              <a:xfrm>
                <a:off x="2333432" y="3450659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342420-C52C-33EF-8371-D18943911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32" y="3450659"/>
                <a:ext cx="1138313" cy="302390"/>
              </a:xfrm>
              <a:prstGeom prst="rect">
                <a:avLst/>
              </a:prstGeom>
              <a:blipFill>
                <a:blip r:embed="rId18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EAC277-37B2-BAB1-972F-FBBB920A4CD9}"/>
                  </a:ext>
                </a:extLst>
              </p:cNvPr>
              <p:cNvSpPr txBox="1"/>
              <p:nvPr/>
            </p:nvSpPr>
            <p:spPr>
              <a:xfrm>
                <a:off x="3971613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EAC277-37B2-BAB1-972F-FBBB920A4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13" y="5581618"/>
                <a:ext cx="425662" cy="1846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F5E5B-188B-851C-5391-B83B741FF409}"/>
                  </a:ext>
                </a:extLst>
              </p:cNvPr>
              <p:cNvSpPr txBox="1"/>
              <p:nvPr/>
            </p:nvSpPr>
            <p:spPr>
              <a:xfrm>
                <a:off x="1358563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F5E5B-188B-851C-5391-B83B741FF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563" y="5581618"/>
                <a:ext cx="425662" cy="18466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3A1906-FE3E-91CF-E898-767D498685BB}"/>
                  </a:ext>
                </a:extLst>
              </p:cNvPr>
              <p:cNvSpPr txBox="1"/>
              <p:nvPr/>
            </p:nvSpPr>
            <p:spPr>
              <a:xfrm>
                <a:off x="2667002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3A1906-FE3E-91CF-E898-767D49868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2" y="5581618"/>
                <a:ext cx="425662" cy="18466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9562C-FDB3-5EA3-B337-BD1F5B255681}"/>
                  </a:ext>
                </a:extLst>
              </p:cNvPr>
              <p:cNvSpPr txBox="1"/>
              <p:nvPr/>
            </p:nvSpPr>
            <p:spPr>
              <a:xfrm>
                <a:off x="1340124" y="4959357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9562C-FDB3-5EA3-B337-BD1F5B25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24" y="4959357"/>
                <a:ext cx="425662" cy="18466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6F3CAFD-D03A-7AE9-6980-74B34EF72A7E}"/>
              </a:ext>
            </a:extLst>
          </p:cNvPr>
          <p:cNvCxnSpPr>
            <a:cxnSpLocks/>
          </p:cNvCxnSpPr>
          <p:nvPr/>
        </p:nvCxnSpPr>
        <p:spPr>
          <a:xfrm flipH="1" flipV="1">
            <a:off x="1558831" y="5166360"/>
            <a:ext cx="11869" cy="3669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4297EC-3E4E-F887-3CDD-6CBAA2898EFB}"/>
              </a:ext>
            </a:extLst>
          </p:cNvPr>
          <p:cNvCxnSpPr>
            <a:cxnSpLocks/>
          </p:cNvCxnSpPr>
          <p:nvPr/>
        </p:nvCxnSpPr>
        <p:spPr>
          <a:xfrm flipV="1">
            <a:off x="1564765" y="4684549"/>
            <a:ext cx="1315068" cy="6359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9077EE3-6E38-5D00-F528-012B78BD0275}"/>
                  </a:ext>
                </a:extLst>
              </p:cNvPr>
              <p:cNvSpPr txBox="1"/>
              <p:nvPr/>
            </p:nvSpPr>
            <p:spPr>
              <a:xfrm>
                <a:off x="3965679" y="374858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9077EE3-6E38-5D00-F528-012B78BD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679" y="3748581"/>
                <a:ext cx="425662" cy="184666"/>
              </a:xfrm>
              <a:prstGeom prst="rect">
                <a:avLst/>
              </a:prstGeom>
              <a:blipFill>
                <a:blip r:embed="rId2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47B0C29-516A-8CBB-05AA-BA4DC7033A7D}"/>
                  </a:ext>
                </a:extLst>
              </p:cNvPr>
              <p:cNvSpPr txBox="1"/>
              <p:nvPr/>
            </p:nvSpPr>
            <p:spPr>
              <a:xfrm>
                <a:off x="2900308" y="459221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47B0C29-516A-8CBB-05AA-BA4DC703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308" y="4592216"/>
                <a:ext cx="425662" cy="18466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CE0D7CC-F5E9-064A-8696-55A7ABA489D1}"/>
              </a:ext>
            </a:extLst>
          </p:cNvPr>
          <p:cNvCxnSpPr>
            <a:cxnSpLocks/>
          </p:cNvCxnSpPr>
          <p:nvPr/>
        </p:nvCxnSpPr>
        <p:spPr>
          <a:xfrm flipV="1">
            <a:off x="4178510" y="3936873"/>
            <a:ext cx="12596" cy="16000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CE07F9A-4286-F7C8-EA52-9A4244609B45}"/>
              </a:ext>
            </a:extLst>
          </p:cNvPr>
          <p:cNvCxnSpPr/>
          <p:nvPr/>
        </p:nvCxnSpPr>
        <p:spPr>
          <a:xfrm>
            <a:off x="5706427" y="5525246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71E6A2B-F2C2-8FF1-6CE5-3CCAF42C061A}"/>
                  </a:ext>
                </a:extLst>
              </p:cNvPr>
              <p:cNvSpPr txBox="1"/>
              <p:nvPr/>
            </p:nvSpPr>
            <p:spPr>
              <a:xfrm>
                <a:off x="9784288" y="5333327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71E6A2B-F2C2-8FF1-6CE5-3CCAF42C0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288" y="5333327"/>
                <a:ext cx="851324" cy="369332"/>
              </a:xfrm>
              <a:prstGeom prst="rect">
                <a:avLst/>
              </a:prstGeom>
              <a:blipFill>
                <a:blip r:embed="rId2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51E7A13-C73C-012D-4B01-80ED67C8D87E}"/>
              </a:ext>
            </a:extLst>
          </p:cNvPr>
          <p:cNvCxnSpPr>
            <a:cxnSpLocks/>
          </p:cNvCxnSpPr>
          <p:nvPr/>
        </p:nvCxnSpPr>
        <p:spPr>
          <a:xfrm flipV="1">
            <a:off x="7072589" y="3688155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C4EB1C-C1AE-52F9-4BF4-390DCFA01246}"/>
                  </a:ext>
                </a:extLst>
              </p:cNvPr>
              <p:cNvSpPr txBox="1"/>
              <p:nvPr/>
            </p:nvSpPr>
            <p:spPr>
              <a:xfrm>
                <a:off x="6488974" y="3347806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C4EB1C-C1AE-52F9-4BF4-390DCFA01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974" y="3347806"/>
                <a:ext cx="1138313" cy="302390"/>
              </a:xfrm>
              <a:prstGeom prst="rect">
                <a:avLst/>
              </a:prstGeom>
              <a:blipFill>
                <a:blip r:embed="rId26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807B9AF-184F-9687-E4B5-BE1C612E82E8}"/>
                  </a:ext>
                </a:extLst>
              </p:cNvPr>
              <p:cNvSpPr txBox="1"/>
              <p:nvPr/>
            </p:nvSpPr>
            <p:spPr>
              <a:xfrm>
                <a:off x="6301353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807B9AF-184F-9687-E4B5-BE1C612E8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353" y="5588332"/>
                <a:ext cx="425662" cy="184666"/>
              </a:xfrm>
              <a:prstGeom prst="rect">
                <a:avLst/>
              </a:prstGeom>
              <a:blipFill>
                <a:blip r:embed="rId2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042B8B-E26A-6EC0-D4AF-7663EE58D140}"/>
                  </a:ext>
                </a:extLst>
              </p:cNvPr>
              <p:cNvSpPr txBox="1"/>
              <p:nvPr/>
            </p:nvSpPr>
            <p:spPr>
              <a:xfrm>
                <a:off x="6884201" y="558088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042B8B-E26A-6EC0-D4AF-7663EE58D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201" y="5580884"/>
                <a:ext cx="425662" cy="18466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A0705D8-4D19-CCB6-9F0A-80D425DF0FFA}"/>
              </a:ext>
            </a:extLst>
          </p:cNvPr>
          <p:cNvCxnSpPr>
            <a:cxnSpLocks/>
          </p:cNvCxnSpPr>
          <p:nvPr/>
        </p:nvCxnSpPr>
        <p:spPr>
          <a:xfrm flipV="1">
            <a:off x="6107755" y="4764148"/>
            <a:ext cx="968628" cy="7446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B107480-CE60-698D-96EF-BF10A6411FCC}"/>
                  </a:ext>
                </a:extLst>
              </p:cNvPr>
              <p:cNvSpPr txBox="1"/>
              <p:nvPr/>
            </p:nvSpPr>
            <p:spPr>
              <a:xfrm>
                <a:off x="7500451" y="373325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B107480-CE60-698D-96EF-BF10A641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451" y="3733258"/>
                <a:ext cx="425662" cy="184666"/>
              </a:xfrm>
              <a:prstGeom prst="rect">
                <a:avLst/>
              </a:prstGeom>
              <a:blipFill>
                <a:blip r:embed="rId2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B42FEE-29F5-20AC-FE43-4E3E800599B3}"/>
                  </a:ext>
                </a:extLst>
              </p:cNvPr>
              <p:cNvSpPr txBox="1"/>
              <p:nvPr/>
            </p:nvSpPr>
            <p:spPr>
              <a:xfrm>
                <a:off x="7085635" y="465176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B42FEE-29F5-20AC-FE43-4E3E8005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635" y="4651766"/>
                <a:ext cx="425662" cy="184666"/>
              </a:xfrm>
              <a:prstGeom prst="rect">
                <a:avLst/>
              </a:prstGeom>
              <a:blipFill>
                <a:blip r:embed="rId30"/>
                <a:stretch>
                  <a:fillRect l="-11429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C582342-A56A-1875-6409-862ADBBA1B8A}"/>
              </a:ext>
            </a:extLst>
          </p:cNvPr>
          <p:cNvCxnSpPr>
            <a:cxnSpLocks/>
          </p:cNvCxnSpPr>
          <p:nvPr/>
        </p:nvCxnSpPr>
        <p:spPr>
          <a:xfrm flipV="1">
            <a:off x="7713282" y="3921550"/>
            <a:ext cx="12596" cy="16000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423930-2FD4-71E6-C170-8586727B50D6}"/>
                  </a:ext>
                </a:extLst>
              </p:cNvPr>
              <p:cNvSpPr txBox="1"/>
              <p:nvPr/>
            </p:nvSpPr>
            <p:spPr>
              <a:xfrm>
                <a:off x="7498251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423930-2FD4-71E6-C170-8586727B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251" y="5588332"/>
                <a:ext cx="425662" cy="184666"/>
              </a:xfrm>
              <a:prstGeom prst="rect">
                <a:avLst/>
              </a:prstGeom>
              <a:blipFill>
                <a:blip r:embed="rId3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ED90C9D-A567-E191-FB7F-C237C9310194}"/>
                  </a:ext>
                </a:extLst>
              </p:cNvPr>
              <p:cNvSpPr txBox="1"/>
              <p:nvPr/>
            </p:nvSpPr>
            <p:spPr>
              <a:xfrm>
                <a:off x="8149862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200" dirty="0">
                    <a:latin typeface="+mj-lt"/>
                  </a:rPr>
                  <a:t>A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ED90C9D-A567-E191-FB7F-C237C9310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862" y="5588332"/>
                <a:ext cx="425662" cy="184666"/>
              </a:xfrm>
              <a:prstGeom prst="rect">
                <a:avLst/>
              </a:prstGeom>
              <a:blipFill>
                <a:blip r:embed="rId32"/>
                <a:stretch>
                  <a:fillRect l="-11429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6C7CC0-A1E1-9100-BD9F-4EC77EAE86A7}"/>
                  </a:ext>
                </a:extLst>
              </p:cNvPr>
              <p:cNvSpPr txBox="1"/>
              <p:nvPr/>
            </p:nvSpPr>
            <p:spPr>
              <a:xfrm>
                <a:off x="8706754" y="5579703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6C7CC0-A1E1-9100-BD9F-4EC77EAE8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754" y="5579703"/>
                <a:ext cx="425662" cy="18466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E5B0E87-3251-E76E-3574-39E4FC074344}"/>
                  </a:ext>
                </a:extLst>
              </p:cNvPr>
              <p:cNvSpPr txBox="1"/>
              <p:nvPr/>
            </p:nvSpPr>
            <p:spPr>
              <a:xfrm>
                <a:off x="9358626" y="5576760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E5B0E87-3251-E76E-3574-39E4FC074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626" y="5576760"/>
                <a:ext cx="425662" cy="184666"/>
              </a:xfrm>
              <a:prstGeom prst="rect">
                <a:avLst/>
              </a:prstGeom>
              <a:blipFill>
                <a:blip r:embed="rId3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23F3A17-3932-AE63-D76F-4089069FF016}"/>
                  </a:ext>
                </a:extLst>
              </p:cNvPr>
              <p:cNvSpPr txBox="1"/>
              <p:nvPr/>
            </p:nvSpPr>
            <p:spPr>
              <a:xfrm>
                <a:off x="5778032" y="556698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23F3A17-3932-AE63-D76F-4089069FF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032" y="5566981"/>
                <a:ext cx="425662" cy="18466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E568E2-CB0B-F298-0FC7-BD935169508A}"/>
              </a:ext>
            </a:extLst>
          </p:cNvPr>
          <p:cNvCxnSpPr>
            <a:cxnSpLocks/>
          </p:cNvCxnSpPr>
          <p:nvPr/>
        </p:nvCxnSpPr>
        <p:spPr>
          <a:xfrm flipV="1">
            <a:off x="8236373" y="4867296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86C38B2-7BC2-F73F-E1A2-02B64A943A67}"/>
              </a:ext>
            </a:extLst>
          </p:cNvPr>
          <p:cNvCxnSpPr>
            <a:cxnSpLocks/>
          </p:cNvCxnSpPr>
          <p:nvPr/>
        </p:nvCxnSpPr>
        <p:spPr>
          <a:xfrm flipV="1">
            <a:off x="8898604" y="4874549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34E033B-1FE0-2615-FB83-E2EABE2426CB}"/>
              </a:ext>
            </a:extLst>
          </p:cNvPr>
          <p:cNvCxnSpPr>
            <a:cxnSpLocks/>
          </p:cNvCxnSpPr>
          <p:nvPr/>
        </p:nvCxnSpPr>
        <p:spPr>
          <a:xfrm flipV="1">
            <a:off x="8236373" y="4874548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F5ECDE3-D46C-2521-F85D-70FB7AAF64F2}"/>
              </a:ext>
            </a:extLst>
          </p:cNvPr>
          <p:cNvCxnSpPr>
            <a:cxnSpLocks/>
          </p:cNvCxnSpPr>
          <p:nvPr/>
        </p:nvCxnSpPr>
        <p:spPr>
          <a:xfrm flipV="1">
            <a:off x="8898603" y="4864888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2877368-3684-48B5-D0A9-E2FBABC602B1}"/>
              </a:ext>
            </a:extLst>
          </p:cNvPr>
          <p:cNvCxnSpPr>
            <a:cxnSpLocks/>
          </p:cNvCxnSpPr>
          <p:nvPr/>
        </p:nvCxnSpPr>
        <p:spPr>
          <a:xfrm flipV="1">
            <a:off x="9560834" y="5193469"/>
            <a:ext cx="0" cy="342243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45FDE1B-DEAF-FC53-947A-26D869FEBEC8}"/>
              </a:ext>
            </a:extLst>
          </p:cNvPr>
          <p:cNvCxnSpPr>
            <a:cxnSpLocks/>
          </p:cNvCxnSpPr>
          <p:nvPr/>
        </p:nvCxnSpPr>
        <p:spPr>
          <a:xfrm flipV="1">
            <a:off x="8895143" y="5204300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5E26A81-0294-CD50-BCA1-38B8D22FB814}"/>
                  </a:ext>
                </a:extLst>
              </p:cNvPr>
              <p:cNvSpPr txBox="1"/>
              <p:nvPr/>
            </p:nvSpPr>
            <p:spPr>
              <a:xfrm>
                <a:off x="8354657" y="4659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5E26A81-0294-CD50-BCA1-38B8D22FB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657" y="4659589"/>
                <a:ext cx="425662" cy="184666"/>
              </a:xfrm>
              <a:prstGeom prst="rect">
                <a:avLst/>
              </a:prstGeom>
              <a:blipFill>
                <a:blip r:embed="rId36"/>
                <a:stretch>
                  <a:fillRect l="-14706" t="-18750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E20A270-07AB-A960-4487-D673377E1259}"/>
                  </a:ext>
                </a:extLst>
              </p:cNvPr>
              <p:cNvSpPr txBox="1"/>
              <p:nvPr/>
            </p:nvSpPr>
            <p:spPr>
              <a:xfrm>
                <a:off x="8990138" y="4974960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E20A270-07AB-A960-4487-D673377E1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138" y="4974960"/>
                <a:ext cx="425662" cy="184666"/>
              </a:xfrm>
              <a:prstGeom prst="rect">
                <a:avLst/>
              </a:prstGeom>
              <a:blipFill>
                <a:blip r:embed="rId37"/>
                <a:stretch>
                  <a:fillRect l="-14706" t="-250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6DF6A1F-08D8-7587-67FA-8AAEB42FDC48}"/>
                  </a:ext>
                </a:extLst>
              </p:cNvPr>
              <p:cNvSpPr txBox="1"/>
              <p:nvPr/>
            </p:nvSpPr>
            <p:spPr>
              <a:xfrm>
                <a:off x="5800424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6DF6A1F-08D8-7587-67FA-8AAEB42FD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24" y="2278529"/>
                <a:ext cx="425662" cy="184666"/>
              </a:xfrm>
              <a:prstGeom prst="rect">
                <a:avLst/>
              </a:prstGeom>
              <a:blipFill>
                <a:blip r:embed="rId3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94668F-F50C-73AA-5B09-149098D0DA4D}"/>
                  </a:ext>
                </a:extLst>
              </p:cNvPr>
              <p:cNvSpPr txBox="1"/>
              <p:nvPr/>
            </p:nvSpPr>
            <p:spPr>
              <a:xfrm>
                <a:off x="2554520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94668F-F50C-73AA-5B09-149098D0D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520" y="2278529"/>
                <a:ext cx="425662" cy="184666"/>
              </a:xfrm>
              <a:prstGeom prst="rect">
                <a:avLst/>
              </a:prstGeom>
              <a:blipFill>
                <a:blip r:embed="rId3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CE663F0-4E84-3630-4CDA-52B941C3FC05}"/>
                  </a:ext>
                </a:extLst>
              </p:cNvPr>
              <p:cNvSpPr txBox="1"/>
              <p:nvPr/>
            </p:nvSpPr>
            <p:spPr>
              <a:xfrm>
                <a:off x="2526910" y="2513446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CE663F0-4E84-3630-4CDA-52B941C3F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910" y="2513446"/>
                <a:ext cx="544562" cy="276999"/>
              </a:xfrm>
              <a:prstGeom prst="rect">
                <a:avLst/>
              </a:prstGeom>
              <a:blipFill>
                <a:blip r:embed="rId40"/>
                <a:stretch>
                  <a:fillRect l="-2326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C415D05-F772-F358-9110-7E3C5E25E490}"/>
                  </a:ext>
                </a:extLst>
              </p:cNvPr>
              <p:cNvSpPr txBox="1"/>
              <p:nvPr/>
            </p:nvSpPr>
            <p:spPr>
              <a:xfrm>
                <a:off x="7379903" y="2510218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C415D05-F772-F358-9110-7E3C5E25E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03" y="2510218"/>
                <a:ext cx="544562" cy="276999"/>
              </a:xfrm>
              <a:prstGeom prst="rect">
                <a:avLst/>
              </a:prstGeom>
              <a:blipFill>
                <a:blip r:embed="rId41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F54971E-804F-93F4-80A6-A1A9CCD96614}"/>
                  </a:ext>
                </a:extLst>
              </p:cNvPr>
              <p:cNvSpPr txBox="1"/>
              <p:nvPr/>
            </p:nvSpPr>
            <p:spPr>
              <a:xfrm>
                <a:off x="2554468" y="5813842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F54971E-804F-93F4-80A6-A1A9CCD96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468" y="5813842"/>
                <a:ext cx="544562" cy="276999"/>
              </a:xfrm>
              <a:prstGeom prst="rect">
                <a:avLst/>
              </a:prstGeom>
              <a:blipFill>
                <a:blip r:embed="rId4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A9132A-CAE3-1E82-E5B7-086FE7821DEA}"/>
                  </a:ext>
                </a:extLst>
              </p:cNvPr>
              <p:cNvSpPr txBox="1"/>
              <p:nvPr/>
            </p:nvSpPr>
            <p:spPr>
              <a:xfrm>
                <a:off x="6841360" y="5810747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A9132A-CAE3-1E82-E5B7-086FE7821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360" y="5810747"/>
                <a:ext cx="544562" cy="276999"/>
              </a:xfrm>
              <a:prstGeom prst="rect">
                <a:avLst/>
              </a:prstGeom>
              <a:blipFill>
                <a:blip r:embed="rId43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38D523A0-BF86-4A69-A4C8-EA688630DDAA}"/>
              </a:ext>
            </a:extLst>
          </p:cNvPr>
          <p:cNvSpPr txBox="1"/>
          <p:nvPr/>
        </p:nvSpPr>
        <p:spPr>
          <a:xfrm>
            <a:off x="3049524" y="324433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 substitution</a:t>
            </a:r>
          </a:p>
        </p:txBody>
      </p:sp>
    </p:spTree>
    <p:extLst>
      <p:ext uri="{BB962C8B-B14F-4D97-AF65-F5344CB8AC3E}">
        <p14:creationId xmlns:p14="http://schemas.microsoft.com/office/powerpoint/2010/main" val="259508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4961EC-5C26-14CC-E202-57D6337A7A41}"/>
              </a:ext>
            </a:extLst>
          </p:cNvPr>
          <p:cNvCxnSpPr/>
          <p:nvPr/>
        </p:nvCxnSpPr>
        <p:spPr>
          <a:xfrm>
            <a:off x="653594" y="2233854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4C36FB-2FDD-74C5-F98D-180AB615EC83}"/>
                  </a:ext>
                </a:extLst>
              </p:cNvPr>
              <p:cNvSpPr txBox="1"/>
              <p:nvPr/>
            </p:nvSpPr>
            <p:spPr>
              <a:xfrm>
                <a:off x="4731455" y="2041935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4C36FB-2FDD-74C5-F98D-180AB615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455" y="2041935"/>
                <a:ext cx="851324" cy="369332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D344AF-7B0F-564B-0FC1-E8E028F2B48F}"/>
              </a:ext>
            </a:extLst>
          </p:cNvPr>
          <p:cNvCxnSpPr/>
          <p:nvPr/>
        </p:nvCxnSpPr>
        <p:spPr>
          <a:xfrm flipV="1">
            <a:off x="2742446" y="470433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DFF63-E509-DC00-DA9C-896C86FA524E}"/>
                  </a:ext>
                </a:extLst>
              </p:cNvPr>
              <p:cNvSpPr txBox="1"/>
              <p:nvPr/>
            </p:nvSpPr>
            <p:spPr>
              <a:xfrm>
                <a:off x="2189929" y="165220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DFF63-E509-DC00-DA9C-896C86FA5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929" y="165220"/>
                <a:ext cx="1138313" cy="302390"/>
              </a:xfrm>
              <a:prstGeom prst="rect">
                <a:avLst/>
              </a:prstGeom>
              <a:blipFill>
                <a:blip r:embed="rId3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8996ED-695C-6D7C-C286-BDB786AB58F4}"/>
                  </a:ext>
                </a:extLst>
              </p:cNvPr>
              <p:cNvSpPr txBox="1"/>
              <p:nvPr/>
            </p:nvSpPr>
            <p:spPr>
              <a:xfrm>
                <a:off x="1022003" y="151873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8996ED-695C-6D7C-C286-BDB786AB5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03" y="1518731"/>
                <a:ext cx="425662" cy="184666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8B9E3B-54AC-EEDC-002D-A81B8E3E6F18}"/>
              </a:ext>
            </a:extLst>
          </p:cNvPr>
          <p:cNvCxnSpPr/>
          <p:nvPr/>
        </p:nvCxnSpPr>
        <p:spPr>
          <a:xfrm flipV="1">
            <a:off x="1234834" y="1713035"/>
            <a:ext cx="0" cy="520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48A63D-F89F-C218-B9F5-E61F572E26A8}"/>
                  </a:ext>
                </a:extLst>
              </p:cNvPr>
              <p:cNvSpPr txBox="1"/>
              <p:nvPr/>
            </p:nvSpPr>
            <p:spPr>
              <a:xfrm>
                <a:off x="1020688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48A63D-F89F-C218-B9F5-E61F572E2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88" y="2278529"/>
                <a:ext cx="425662" cy="184666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1664C6-752C-1132-1D89-5E4CC8BC663D}"/>
                  </a:ext>
                </a:extLst>
              </p:cNvPr>
              <p:cNvSpPr txBox="1"/>
              <p:nvPr/>
            </p:nvSpPr>
            <p:spPr>
              <a:xfrm>
                <a:off x="4037227" y="64351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1664C6-752C-1132-1D89-5E4CC8BC6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227" y="643516"/>
                <a:ext cx="425662" cy="1846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9FD82F-E4AC-D44D-DB45-74176B303590}"/>
              </a:ext>
            </a:extLst>
          </p:cNvPr>
          <p:cNvCxnSpPr>
            <a:cxnSpLocks/>
          </p:cNvCxnSpPr>
          <p:nvPr/>
        </p:nvCxnSpPr>
        <p:spPr>
          <a:xfrm flipV="1">
            <a:off x="4232902" y="828182"/>
            <a:ext cx="17156" cy="14056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32678A-1948-3AE3-83FD-EFBDF4522B95}"/>
                  </a:ext>
                </a:extLst>
              </p:cNvPr>
              <p:cNvSpPr txBox="1"/>
              <p:nvPr/>
            </p:nvSpPr>
            <p:spPr>
              <a:xfrm>
                <a:off x="4018756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F32678A-1948-3AE3-83FD-EFBDF4522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756" y="2278529"/>
                <a:ext cx="425662" cy="184666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76E5FA-54F9-DB4C-B324-9E927AB53C03}"/>
              </a:ext>
            </a:extLst>
          </p:cNvPr>
          <p:cNvCxnSpPr/>
          <p:nvPr/>
        </p:nvCxnSpPr>
        <p:spPr>
          <a:xfrm>
            <a:off x="5467766" y="2233854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AA59A2-95F2-BA16-F3AA-10A1E6E1454C}"/>
                  </a:ext>
                </a:extLst>
              </p:cNvPr>
              <p:cNvSpPr txBox="1"/>
              <p:nvPr/>
            </p:nvSpPr>
            <p:spPr>
              <a:xfrm>
                <a:off x="9787779" y="2041935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AA59A2-95F2-BA16-F3AA-10A1E6E14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7779" y="2041935"/>
                <a:ext cx="851324" cy="369332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30A651-64FD-5E61-F534-CB02C9F09CB7}"/>
              </a:ext>
            </a:extLst>
          </p:cNvPr>
          <p:cNvCxnSpPr>
            <a:cxnSpLocks/>
          </p:cNvCxnSpPr>
          <p:nvPr/>
        </p:nvCxnSpPr>
        <p:spPr>
          <a:xfrm flipV="1">
            <a:off x="6884201" y="439998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0F35E7-35A0-7E5B-EFDC-9F1B620C2B48}"/>
                  </a:ext>
                </a:extLst>
              </p:cNvPr>
              <p:cNvSpPr txBox="1"/>
              <p:nvPr/>
            </p:nvSpPr>
            <p:spPr>
              <a:xfrm>
                <a:off x="6272203" y="149420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0F35E7-35A0-7E5B-EFDC-9F1B620C2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203" y="149420"/>
                <a:ext cx="1138313" cy="302390"/>
              </a:xfrm>
              <a:prstGeom prst="rect">
                <a:avLst/>
              </a:prstGeom>
              <a:blipFill>
                <a:blip r:embed="rId8"/>
                <a:stretch>
                  <a:fillRect t="-41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BD45-96C1-362E-860B-77AD2C76D33F}"/>
                  </a:ext>
                </a:extLst>
              </p:cNvPr>
              <p:cNvSpPr txBox="1"/>
              <p:nvPr/>
            </p:nvSpPr>
            <p:spPr>
              <a:xfrm>
                <a:off x="7290168" y="228645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F6BD45-96C1-362E-860B-77AD2C76D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168" y="2286451"/>
                <a:ext cx="425662" cy="184666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686EC7-7D29-4A68-B8D5-EB6C8C6AF5EA}"/>
                  </a:ext>
                </a:extLst>
              </p:cNvPr>
              <p:cNvSpPr txBox="1"/>
              <p:nvPr/>
            </p:nvSpPr>
            <p:spPr>
              <a:xfrm>
                <a:off x="7941890" y="228955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5686EC7-7D29-4A68-B8D5-EB6C8C6AF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890" y="2289551"/>
                <a:ext cx="425662" cy="184666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111619-3DB5-F51F-95EC-F5202E70DAAA}"/>
                  </a:ext>
                </a:extLst>
              </p:cNvPr>
              <p:cNvSpPr txBox="1"/>
              <p:nvPr/>
            </p:nvSpPr>
            <p:spPr>
              <a:xfrm>
                <a:off x="8570914" y="2275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111619-3DB5-F51F-95EC-F5202E70D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914" y="2275589"/>
                <a:ext cx="425662" cy="184666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8882ED-22B9-319C-4ED0-45D0FBB6E292}"/>
                  </a:ext>
                </a:extLst>
              </p:cNvPr>
              <p:cNvSpPr txBox="1"/>
              <p:nvPr/>
            </p:nvSpPr>
            <p:spPr>
              <a:xfrm>
                <a:off x="9153846" y="2275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8882ED-22B9-319C-4ED0-45D0FBB6E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46" y="2275589"/>
                <a:ext cx="425662" cy="184666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42AC93-2FCE-1A6E-A17E-6222A50E02DE}"/>
                  </a:ext>
                </a:extLst>
              </p:cNvPr>
              <p:cNvSpPr txBox="1"/>
              <p:nvPr/>
            </p:nvSpPr>
            <p:spPr>
              <a:xfrm>
                <a:off x="7283368" y="95953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42AC93-2FCE-1A6E-A17E-6222A50E0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368" y="959534"/>
                <a:ext cx="425662" cy="18466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BE9E56-9E63-E7CC-910F-2CB0757852E3}"/>
                  </a:ext>
                </a:extLst>
              </p:cNvPr>
              <p:cNvSpPr txBox="1"/>
              <p:nvPr/>
            </p:nvSpPr>
            <p:spPr>
              <a:xfrm>
                <a:off x="5356700" y="186089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0.0125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6BE9E56-9E63-E7CC-910F-2CB075785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700" y="1860896"/>
                <a:ext cx="425662" cy="184666"/>
              </a:xfrm>
              <a:prstGeom prst="rect">
                <a:avLst/>
              </a:prstGeom>
              <a:blipFill>
                <a:blip r:embed="rId14"/>
                <a:stretch>
                  <a:fillRect l="-11429" r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30A5693-CB50-0324-C84D-ABC8C7085FCA}"/>
                  </a:ext>
                </a:extLst>
              </p:cNvPr>
              <p:cNvSpPr txBox="1"/>
              <p:nvPr/>
            </p:nvSpPr>
            <p:spPr>
              <a:xfrm>
                <a:off x="6059372" y="1535997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30A5693-CB50-0324-C84D-ABC8C7085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372" y="1535997"/>
                <a:ext cx="425662" cy="184666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FDBEF7-9C36-D46A-8194-6683FCDD33B8}"/>
                  </a:ext>
                </a:extLst>
              </p:cNvPr>
              <p:cNvSpPr txBox="1"/>
              <p:nvPr/>
            </p:nvSpPr>
            <p:spPr>
              <a:xfrm>
                <a:off x="9153846" y="1796665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4FDBEF7-9C36-D46A-8194-6683FCDD3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46" y="1796665"/>
                <a:ext cx="425662" cy="184666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4AC1E2-525E-A744-345D-5051295F42DC}"/>
              </a:ext>
            </a:extLst>
          </p:cNvPr>
          <p:cNvCxnSpPr/>
          <p:nvPr/>
        </p:nvCxnSpPr>
        <p:spPr>
          <a:xfrm>
            <a:off x="606451" y="5536943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2B1D29-D3BB-1D19-140A-694B75DE8D0B}"/>
                  </a:ext>
                </a:extLst>
              </p:cNvPr>
              <p:cNvSpPr txBox="1"/>
              <p:nvPr/>
            </p:nvSpPr>
            <p:spPr>
              <a:xfrm>
                <a:off x="4684312" y="5345024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32B1D29-D3BB-1D19-140A-694B75DE8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312" y="5345024"/>
                <a:ext cx="851324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8A3A86D-E40F-3D10-8A72-7A16FE050D29}"/>
              </a:ext>
            </a:extLst>
          </p:cNvPr>
          <p:cNvCxnSpPr>
            <a:cxnSpLocks/>
          </p:cNvCxnSpPr>
          <p:nvPr/>
        </p:nvCxnSpPr>
        <p:spPr>
          <a:xfrm flipV="1">
            <a:off x="2881973" y="3770699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342420-C52C-33EF-8371-D18943911CFC}"/>
                  </a:ext>
                </a:extLst>
              </p:cNvPr>
              <p:cNvSpPr txBox="1"/>
              <p:nvPr/>
            </p:nvSpPr>
            <p:spPr>
              <a:xfrm>
                <a:off x="2333432" y="3450659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342420-C52C-33EF-8371-D18943911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432" y="3450659"/>
                <a:ext cx="1138313" cy="302390"/>
              </a:xfrm>
              <a:prstGeom prst="rect">
                <a:avLst/>
              </a:prstGeom>
              <a:blipFill>
                <a:blip r:embed="rId18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EAC277-37B2-BAB1-972F-FBBB920A4CD9}"/>
                  </a:ext>
                </a:extLst>
              </p:cNvPr>
              <p:cNvSpPr txBox="1"/>
              <p:nvPr/>
            </p:nvSpPr>
            <p:spPr>
              <a:xfrm>
                <a:off x="3971613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EAC277-37B2-BAB1-972F-FBBB920A4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13" y="5581618"/>
                <a:ext cx="425662" cy="1846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F5E5B-188B-851C-5391-B83B741FF409}"/>
                  </a:ext>
                </a:extLst>
              </p:cNvPr>
              <p:cNvSpPr txBox="1"/>
              <p:nvPr/>
            </p:nvSpPr>
            <p:spPr>
              <a:xfrm>
                <a:off x="1358563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F5E5B-188B-851C-5391-B83B741FF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563" y="5581618"/>
                <a:ext cx="425662" cy="18466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3A1906-FE3E-91CF-E898-767D498685BB}"/>
                  </a:ext>
                </a:extLst>
              </p:cNvPr>
              <p:cNvSpPr txBox="1"/>
              <p:nvPr/>
            </p:nvSpPr>
            <p:spPr>
              <a:xfrm>
                <a:off x="2667002" y="558161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23A1906-FE3E-91CF-E898-767D49868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2" y="5581618"/>
                <a:ext cx="425662" cy="18466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9562C-FDB3-5EA3-B337-BD1F5B255681}"/>
                  </a:ext>
                </a:extLst>
              </p:cNvPr>
              <p:cNvSpPr txBox="1"/>
              <p:nvPr/>
            </p:nvSpPr>
            <p:spPr>
              <a:xfrm>
                <a:off x="1340124" y="4959357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9562C-FDB3-5EA3-B337-BD1F5B255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24" y="4959357"/>
                <a:ext cx="425662" cy="18466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6F3CAFD-D03A-7AE9-6980-74B34EF72A7E}"/>
              </a:ext>
            </a:extLst>
          </p:cNvPr>
          <p:cNvCxnSpPr>
            <a:cxnSpLocks/>
          </p:cNvCxnSpPr>
          <p:nvPr/>
        </p:nvCxnSpPr>
        <p:spPr>
          <a:xfrm flipH="1" flipV="1">
            <a:off x="1558831" y="5166360"/>
            <a:ext cx="11869" cy="3669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4297EC-3E4E-F887-3CDD-6CBAA2898EFB}"/>
              </a:ext>
            </a:extLst>
          </p:cNvPr>
          <p:cNvCxnSpPr>
            <a:cxnSpLocks/>
          </p:cNvCxnSpPr>
          <p:nvPr/>
        </p:nvCxnSpPr>
        <p:spPr>
          <a:xfrm flipV="1">
            <a:off x="1564765" y="4684549"/>
            <a:ext cx="1315068" cy="6359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9077EE3-6E38-5D00-F528-012B78BD0275}"/>
                  </a:ext>
                </a:extLst>
              </p:cNvPr>
              <p:cNvSpPr txBox="1"/>
              <p:nvPr/>
            </p:nvSpPr>
            <p:spPr>
              <a:xfrm>
                <a:off x="3965679" y="374858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9077EE3-6E38-5D00-F528-012B78BD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679" y="3748581"/>
                <a:ext cx="425662" cy="184666"/>
              </a:xfrm>
              <a:prstGeom prst="rect">
                <a:avLst/>
              </a:prstGeom>
              <a:blipFill>
                <a:blip r:embed="rId2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47B0C29-516A-8CBB-05AA-BA4DC7033A7D}"/>
                  </a:ext>
                </a:extLst>
              </p:cNvPr>
              <p:cNvSpPr txBox="1"/>
              <p:nvPr/>
            </p:nvSpPr>
            <p:spPr>
              <a:xfrm>
                <a:off x="2900308" y="459221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47B0C29-516A-8CBB-05AA-BA4DC703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308" y="4592216"/>
                <a:ext cx="425662" cy="18466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CE0D7CC-F5E9-064A-8696-55A7ABA489D1}"/>
              </a:ext>
            </a:extLst>
          </p:cNvPr>
          <p:cNvCxnSpPr>
            <a:cxnSpLocks/>
          </p:cNvCxnSpPr>
          <p:nvPr/>
        </p:nvCxnSpPr>
        <p:spPr>
          <a:xfrm flipV="1">
            <a:off x="4178510" y="3936873"/>
            <a:ext cx="12596" cy="16000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CE07F9A-4286-F7C8-EA52-9A4244609B45}"/>
              </a:ext>
            </a:extLst>
          </p:cNvPr>
          <p:cNvCxnSpPr/>
          <p:nvPr/>
        </p:nvCxnSpPr>
        <p:spPr>
          <a:xfrm>
            <a:off x="5706427" y="5525246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71E6A2B-F2C2-8FF1-6CE5-3CCAF42C061A}"/>
                  </a:ext>
                </a:extLst>
              </p:cNvPr>
              <p:cNvSpPr txBox="1"/>
              <p:nvPr/>
            </p:nvSpPr>
            <p:spPr>
              <a:xfrm>
                <a:off x="9784288" y="5333327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71E6A2B-F2C2-8FF1-6CE5-3CCAF42C0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288" y="5333327"/>
                <a:ext cx="851324" cy="369332"/>
              </a:xfrm>
              <a:prstGeom prst="rect">
                <a:avLst/>
              </a:prstGeom>
              <a:blipFill>
                <a:blip r:embed="rId2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51E7A13-C73C-012D-4B01-80ED67C8D87E}"/>
              </a:ext>
            </a:extLst>
          </p:cNvPr>
          <p:cNvCxnSpPr>
            <a:cxnSpLocks/>
          </p:cNvCxnSpPr>
          <p:nvPr/>
        </p:nvCxnSpPr>
        <p:spPr>
          <a:xfrm flipV="1">
            <a:off x="7072589" y="3688155"/>
            <a:ext cx="0" cy="1927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C4EB1C-C1AE-52F9-4BF4-390DCFA01246}"/>
                  </a:ext>
                </a:extLst>
              </p:cNvPr>
              <p:cNvSpPr txBox="1"/>
              <p:nvPr/>
            </p:nvSpPr>
            <p:spPr>
              <a:xfrm>
                <a:off x="6488974" y="3347806"/>
                <a:ext cx="1138313" cy="3023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1C4EB1C-C1AE-52F9-4BF4-390DCFA01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974" y="3347806"/>
                <a:ext cx="1138313" cy="302390"/>
              </a:xfrm>
              <a:prstGeom prst="rect">
                <a:avLst/>
              </a:prstGeom>
              <a:blipFill>
                <a:blip r:embed="rId26"/>
                <a:stretch>
                  <a:fillRect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807B9AF-184F-9687-E4B5-BE1C612E82E8}"/>
                  </a:ext>
                </a:extLst>
              </p:cNvPr>
              <p:cNvSpPr txBox="1"/>
              <p:nvPr/>
            </p:nvSpPr>
            <p:spPr>
              <a:xfrm>
                <a:off x="6301353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807B9AF-184F-9687-E4B5-BE1C612E8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353" y="5588332"/>
                <a:ext cx="425662" cy="184666"/>
              </a:xfrm>
              <a:prstGeom prst="rect">
                <a:avLst/>
              </a:prstGeom>
              <a:blipFill>
                <a:blip r:embed="rId2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042B8B-E26A-6EC0-D4AF-7663EE58D140}"/>
                  </a:ext>
                </a:extLst>
              </p:cNvPr>
              <p:cNvSpPr txBox="1"/>
              <p:nvPr/>
            </p:nvSpPr>
            <p:spPr>
              <a:xfrm>
                <a:off x="6884201" y="558088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B042B8B-E26A-6EC0-D4AF-7663EE58D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201" y="5580884"/>
                <a:ext cx="425662" cy="18466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A0705D8-4D19-CCB6-9F0A-80D425DF0FFA}"/>
              </a:ext>
            </a:extLst>
          </p:cNvPr>
          <p:cNvCxnSpPr>
            <a:cxnSpLocks/>
          </p:cNvCxnSpPr>
          <p:nvPr/>
        </p:nvCxnSpPr>
        <p:spPr>
          <a:xfrm flipV="1">
            <a:off x="6107755" y="4764148"/>
            <a:ext cx="968628" cy="7446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B107480-CE60-698D-96EF-BF10A6411FCC}"/>
                  </a:ext>
                </a:extLst>
              </p:cNvPr>
              <p:cNvSpPr txBox="1"/>
              <p:nvPr/>
            </p:nvSpPr>
            <p:spPr>
              <a:xfrm>
                <a:off x="7500451" y="3733258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B107480-CE60-698D-96EF-BF10A641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451" y="3733258"/>
                <a:ext cx="425662" cy="184666"/>
              </a:xfrm>
              <a:prstGeom prst="rect">
                <a:avLst/>
              </a:prstGeom>
              <a:blipFill>
                <a:blip r:embed="rId2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B42FEE-29F5-20AC-FE43-4E3E800599B3}"/>
                  </a:ext>
                </a:extLst>
              </p:cNvPr>
              <p:cNvSpPr txBox="1"/>
              <p:nvPr/>
            </p:nvSpPr>
            <p:spPr>
              <a:xfrm>
                <a:off x="7085635" y="4651766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B42FEE-29F5-20AC-FE43-4E3E8005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635" y="4651766"/>
                <a:ext cx="425662" cy="184666"/>
              </a:xfrm>
              <a:prstGeom prst="rect">
                <a:avLst/>
              </a:prstGeom>
              <a:blipFill>
                <a:blip r:embed="rId30"/>
                <a:stretch>
                  <a:fillRect l="-11429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C582342-A56A-1875-6409-862ADBBA1B8A}"/>
              </a:ext>
            </a:extLst>
          </p:cNvPr>
          <p:cNvCxnSpPr>
            <a:cxnSpLocks/>
          </p:cNvCxnSpPr>
          <p:nvPr/>
        </p:nvCxnSpPr>
        <p:spPr>
          <a:xfrm flipV="1">
            <a:off x="7713282" y="3921550"/>
            <a:ext cx="12596" cy="16000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423930-2FD4-71E6-C170-8586727B50D6}"/>
                  </a:ext>
                </a:extLst>
              </p:cNvPr>
              <p:cNvSpPr txBox="1"/>
              <p:nvPr/>
            </p:nvSpPr>
            <p:spPr>
              <a:xfrm>
                <a:off x="7498251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423930-2FD4-71E6-C170-8586727B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251" y="5588332"/>
                <a:ext cx="425662" cy="184666"/>
              </a:xfrm>
              <a:prstGeom prst="rect">
                <a:avLst/>
              </a:prstGeom>
              <a:blipFill>
                <a:blip r:embed="rId3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ED90C9D-A567-E191-FB7F-C237C9310194}"/>
                  </a:ext>
                </a:extLst>
              </p:cNvPr>
              <p:cNvSpPr txBox="1"/>
              <p:nvPr/>
            </p:nvSpPr>
            <p:spPr>
              <a:xfrm>
                <a:off x="8149862" y="5588332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200" dirty="0">
                    <a:latin typeface="+mj-lt"/>
                  </a:rPr>
                  <a:t>A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ED90C9D-A567-E191-FB7F-C237C9310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862" y="5588332"/>
                <a:ext cx="425662" cy="184666"/>
              </a:xfrm>
              <a:prstGeom prst="rect">
                <a:avLst/>
              </a:prstGeom>
              <a:blipFill>
                <a:blip r:embed="rId32"/>
                <a:stretch>
                  <a:fillRect l="-11429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6C7CC0-A1E1-9100-BD9F-4EC77EAE86A7}"/>
                  </a:ext>
                </a:extLst>
              </p:cNvPr>
              <p:cNvSpPr txBox="1"/>
              <p:nvPr/>
            </p:nvSpPr>
            <p:spPr>
              <a:xfrm>
                <a:off x="8706754" y="5579703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6C7CC0-A1E1-9100-BD9F-4EC77EAE8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754" y="5579703"/>
                <a:ext cx="425662" cy="18466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E5B0E87-3251-E76E-3574-39E4FC074344}"/>
                  </a:ext>
                </a:extLst>
              </p:cNvPr>
              <p:cNvSpPr txBox="1"/>
              <p:nvPr/>
            </p:nvSpPr>
            <p:spPr>
              <a:xfrm>
                <a:off x="9358626" y="5576760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E5B0E87-3251-E76E-3574-39E4FC074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626" y="5576760"/>
                <a:ext cx="425662" cy="184666"/>
              </a:xfrm>
              <a:prstGeom prst="rect">
                <a:avLst/>
              </a:prstGeom>
              <a:blipFill>
                <a:blip r:embed="rId3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23F3A17-3932-AE63-D76F-4089069FF016}"/>
                  </a:ext>
                </a:extLst>
              </p:cNvPr>
              <p:cNvSpPr txBox="1"/>
              <p:nvPr/>
            </p:nvSpPr>
            <p:spPr>
              <a:xfrm>
                <a:off x="5778032" y="5566981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23F3A17-3932-AE63-D76F-4089069FF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032" y="5566981"/>
                <a:ext cx="425662" cy="18466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8E568E2-CB0B-F298-0FC7-BD935169508A}"/>
              </a:ext>
            </a:extLst>
          </p:cNvPr>
          <p:cNvCxnSpPr>
            <a:cxnSpLocks/>
          </p:cNvCxnSpPr>
          <p:nvPr/>
        </p:nvCxnSpPr>
        <p:spPr>
          <a:xfrm flipV="1">
            <a:off x="8236373" y="4867296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86C38B2-7BC2-F73F-E1A2-02B64A943A67}"/>
              </a:ext>
            </a:extLst>
          </p:cNvPr>
          <p:cNvCxnSpPr>
            <a:cxnSpLocks/>
          </p:cNvCxnSpPr>
          <p:nvPr/>
        </p:nvCxnSpPr>
        <p:spPr>
          <a:xfrm flipV="1">
            <a:off x="8898604" y="4874549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34E033B-1FE0-2615-FB83-E2EABE2426CB}"/>
              </a:ext>
            </a:extLst>
          </p:cNvPr>
          <p:cNvCxnSpPr>
            <a:cxnSpLocks/>
          </p:cNvCxnSpPr>
          <p:nvPr/>
        </p:nvCxnSpPr>
        <p:spPr>
          <a:xfrm flipV="1">
            <a:off x="8236373" y="4874548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F5ECDE3-D46C-2521-F85D-70FB7AAF64F2}"/>
              </a:ext>
            </a:extLst>
          </p:cNvPr>
          <p:cNvCxnSpPr>
            <a:cxnSpLocks/>
          </p:cNvCxnSpPr>
          <p:nvPr/>
        </p:nvCxnSpPr>
        <p:spPr>
          <a:xfrm flipV="1">
            <a:off x="8898603" y="4864888"/>
            <a:ext cx="0" cy="663571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2877368-3684-48B5-D0A9-E2FBABC602B1}"/>
              </a:ext>
            </a:extLst>
          </p:cNvPr>
          <p:cNvCxnSpPr>
            <a:cxnSpLocks/>
          </p:cNvCxnSpPr>
          <p:nvPr/>
        </p:nvCxnSpPr>
        <p:spPr>
          <a:xfrm flipV="1">
            <a:off x="9560834" y="5193469"/>
            <a:ext cx="0" cy="342243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45FDE1B-DEAF-FC53-947A-26D869FEBEC8}"/>
              </a:ext>
            </a:extLst>
          </p:cNvPr>
          <p:cNvCxnSpPr>
            <a:cxnSpLocks/>
          </p:cNvCxnSpPr>
          <p:nvPr/>
        </p:nvCxnSpPr>
        <p:spPr>
          <a:xfrm flipV="1">
            <a:off x="8895143" y="5204300"/>
            <a:ext cx="662231" cy="406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5E26A81-0294-CD50-BCA1-38B8D22FB814}"/>
                  </a:ext>
                </a:extLst>
              </p:cNvPr>
              <p:cNvSpPr txBox="1"/>
              <p:nvPr/>
            </p:nvSpPr>
            <p:spPr>
              <a:xfrm>
                <a:off x="8354657" y="4659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5E26A81-0294-CD50-BCA1-38B8D22FB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657" y="4659589"/>
                <a:ext cx="425662" cy="184666"/>
              </a:xfrm>
              <a:prstGeom prst="rect">
                <a:avLst/>
              </a:prstGeom>
              <a:blipFill>
                <a:blip r:embed="rId36"/>
                <a:stretch>
                  <a:fillRect l="-14706" t="-18750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E20A270-07AB-A960-4487-D673377E1259}"/>
                  </a:ext>
                </a:extLst>
              </p:cNvPr>
              <p:cNvSpPr txBox="1"/>
              <p:nvPr/>
            </p:nvSpPr>
            <p:spPr>
              <a:xfrm>
                <a:off x="8990138" y="4974960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lang="en-US" sz="1200" dirty="0">
                    <a:latin typeface="+mj-lt"/>
                  </a:rPr>
                  <a:t>/A</a:t>
                </a: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E20A270-07AB-A960-4487-D673377E1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138" y="4974960"/>
                <a:ext cx="425662" cy="184666"/>
              </a:xfrm>
              <a:prstGeom prst="rect">
                <a:avLst/>
              </a:prstGeom>
              <a:blipFill>
                <a:blip r:embed="rId37"/>
                <a:stretch>
                  <a:fillRect l="-14706" t="-25000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6DF6A1F-08D8-7587-67FA-8AAEB42FDC48}"/>
                  </a:ext>
                </a:extLst>
              </p:cNvPr>
              <p:cNvSpPr txBox="1"/>
              <p:nvPr/>
            </p:nvSpPr>
            <p:spPr>
              <a:xfrm>
                <a:off x="6674766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6DF6A1F-08D8-7587-67FA-8AAEB42FD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66" y="2278529"/>
                <a:ext cx="425662" cy="184666"/>
              </a:xfrm>
              <a:prstGeom prst="rect">
                <a:avLst/>
              </a:prstGeom>
              <a:blipFill>
                <a:blip r:embed="rId3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94668F-F50C-73AA-5B09-149098D0DA4D}"/>
                  </a:ext>
                </a:extLst>
              </p:cNvPr>
              <p:cNvSpPr txBox="1"/>
              <p:nvPr/>
            </p:nvSpPr>
            <p:spPr>
              <a:xfrm>
                <a:off x="2554520" y="227852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0D94668F-F50C-73AA-5B09-149098D0D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520" y="2278529"/>
                <a:ext cx="425662" cy="184666"/>
              </a:xfrm>
              <a:prstGeom prst="rect">
                <a:avLst/>
              </a:prstGeom>
              <a:blipFill>
                <a:blip r:embed="rId3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CE663F0-4E84-3630-4CDA-52B941C3FC05}"/>
                  </a:ext>
                </a:extLst>
              </p:cNvPr>
              <p:cNvSpPr txBox="1"/>
              <p:nvPr/>
            </p:nvSpPr>
            <p:spPr>
              <a:xfrm>
                <a:off x="2526910" y="2513446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CE663F0-4E84-3630-4CDA-52B941C3F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910" y="2513446"/>
                <a:ext cx="544562" cy="276999"/>
              </a:xfrm>
              <a:prstGeom prst="rect">
                <a:avLst/>
              </a:prstGeom>
              <a:blipFill>
                <a:blip r:embed="rId40"/>
                <a:stretch>
                  <a:fillRect l="-2326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C415D05-F772-F358-9110-7E3C5E25E490}"/>
                  </a:ext>
                </a:extLst>
              </p:cNvPr>
              <p:cNvSpPr txBox="1"/>
              <p:nvPr/>
            </p:nvSpPr>
            <p:spPr>
              <a:xfrm>
                <a:off x="7379903" y="2510218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C415D05-F772-F358-9110-7E3C5E25E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03" y="2510218"/>
                <a:ext cx="544562" cy="276999"/>
              </a:xfrm>
              <a:prstGeom prst="rect">
                <a:avLst/>
              </a:prstGeom>
              <a:blipFill>
                <a:blip r:embed="rId41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F54971E-804F-93F4-80A6-A1A9CCD96614}"/>
                  </a:ext>
                </a:extLst>
              </p:cNvPr>
              <p:cNvSpPr txBox="1"/>
              <p:nvPr/>
            </p:nvSpPr>
            <p:spPr>
              <a:xfrm>
                <a:off x="2554468" y="5813842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F54971E-804F-93F4-80A6-A1A9CCD96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468" y="5813842"/>
                <a:ext cx="544562" cy="276999"/>
              </a:xfrm>
              <a:prstGeom prst="rect">
                <a:avLst/>
              </a:prstGeom>
              <a:blipFill>
                <a:blip r:embed="rId4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A9132A-CAE3-1E82-E5B7-086FE7821DEA}"/>
                  </a:ext>
                </a:extLst>
              </p:cNvPr>
              <p:cNvSpPr txBox="1"/>
              <p:nvPr/>
            </p:nvSpPr>
            <p:spPr>
              <a:xfrm>
                <a:off x="6841360" y="5810747"/>
                <a:ext cx="544562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A9132A-CAE3-1E82-E5B7-086FE7821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360" y="5810747"/>
                <a:ext cx="544562" cy="276999"/>
              </a:xfrm>
              <a:prstGeom prst="rect">
                <a:avLst/>
              </a:prstGeom>
              <a:blipFill>
                <a:blip r:embed="rId43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38D523A0-BF86-4A69-A4C8-EA688630DDAA}"/>
              </a:ext>
            </a:extLst>
          </p:cNvPr>
          <p:cNvSpPr txBox="1"/>
          <p:nvPr/>
        </p:nvSpPr>
        <p:spPr>
          <a:xfrm>
            <a:off x="3049524" y="324433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12F44C-E7B1-DC97-0E7A-EF92879E584E}"/>
                  </a:ext>
                </a:extLst>
              </p:cNvPr>
              <p:cNvSpPr txBox="1"/>
              <p:nvPr/>
            </p:nvSpPr>
            <p:spPr>
              <a:xfrm>
                <a:off x="6008423" y="2275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12F44C-E7B1-DC97-0E7A-EF92879E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423" y="2275589"/>
                <a:ext cx="425662" cy="184666"/>
              </a:xfrm>
              <a:prstGeom prst="rect">
                <a:avLst/>
              </a:prstGeom>
              <a:blipFill>
                <a:blip r:embed="rId4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E6022A-05FA-7232-3248-E9051D50D5B2}"/>
                  </a:ext>
                </a:extLst>
              </p:cNvPr>
              <p:cNvSpPr txBox="1"/>
              <p:nvPr/>
            </p:nvSpPr>
            <p:spPr>
              <a:xfrm>
                <a:off x="5346817" y="2275589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E6022A-05FA-7232-3248-E9051D50D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817" y="2275589"/>
                <a:ext cx="425662" cy="184666"/>
              </a:xfrm>
              <a:prstGeom prst="rect">
                <a:avLst/>
              </a:prstGeom>
              <a:blipFill>
                <a:blip r:embed="rId4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0C01AD-2EA3-57BC-CE20-68824446BE0F}"/>
              </a:ext>
            </a:extLst>
          </p:cNvPr>
          <p:cNvCxnSpPr>
            <a:cxnSpLocks/>
          </p:cNvCxnSpPr>
          <p:nvPr/>
        </p:nvCxnSpPr>
        <p:spPr>
          <a:xfrm flipV="1">
            <a:off x="5593497" y="2041935"/>
            <a:ext cx="0" cy="1919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997F4D-BD2B-0CD2-A6DF-D130FAFD6EF1}"/>
              </a:ext>
            </a:extLst>
          </p:cNvPr>
          <p:cNvCxnSpPr/>
          <p:nvPr/>
        </p:nvCxnSpPr>
        <p:spPr>
          <a:xfrm flipV="1">
            <a:off x="6272203" y="1713035"/>
            <a:ext cx="0" cy="520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6933A-01DA-5656-5161-E5B41328F382}"/>
              </a:ext>
            </a:extLst>
          </p:cNvPr>
          <p:cNvCxnSpPr>
            <a:cxnSpLocks/>
          </p:cNvCxnSpPr>
          <p:nvPr/>
        </p:nvCxnSpPr>
        <p:spPr>
          <a:xfrm flipV="1">
            <a:off x="6884201" y="1973444"/>
            <a:ext cx="0" cy="2604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6C7FB4-5F7C-EE05-BE1F-3C6B991B3950}"/>
              </a:ext>
            </a:extLst>
          </p:cNvPr>
          <p:cNvCxnSpPr>
            <a:cxnSpLocks/>
          </p:cNvCxnSpPr>
          <p:nvPr/>
        </p:nvCxnSpPr>
        <p:spPr>
          <a:xfrm flipV="1">
            <a:off x="7511297" y="1203996"/>
            <a:ext cx="0" cy="10333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8EA9AC-A7E1-689E-796A-058B598895A2}"/>
              </a:ext>
            </a:extLst>
          </p:cNvPr>
          <p:cNvCxnSpPr>
            <a:cxnSpLocks/>
          </p:cNvCxnSpPr>
          <p:nvPr/>
        </p:nvCxnSpPr>
        <p:spPr>
          <a:xfrm flipV="1">
            <a:off x="8149862" y="1973444"/>
            <a:ext cx="0" cy="2638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DAA7D1-3002-014A-DA3C-975F6FAEC39B}"/>
              </a:ext>
            </a:extLst>
          </p:cNvPr>
          <p:cNvCxnSpPr/>
          <p:nvPr/>
        </p:nvCxnSpPr>
        <p:spPr>
          <a:xfrm flipV="1">
            <a:off x="8780319" y="1713035"/>
            <a:ext cx="0" cy="520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B30A18-FCD4-CBB2-6294-6B2B18F8D40B}"/>
              </a:ext>
            </a:extLst>
          </p:cNvPr>
          <p:cNvCxnSpPr>
            <a:cxnSpLocks/>
          </p:cNvCxnSpPr>
          <p:nvPr/>
        </p:nvCxnSpPr>
        <p:spPr>
          <a:xfrm flipV="1">
            <a:off x="9371235" y="1973444"/>
            <a:ext cx="0" cy="2604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35B4BF-795E-CE88-F435-538965D53FC8}"/>
                  </a:ext>
                </a:extLst>
              </p:cNvPr>
              <p:cNvSpPr txBox="1"/>
              <p:nvPr/>
            </p:nvSpPr>
            <p:spPr>
              <a:xfrm>
                <a:off x="6693883" y="1793543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0.0875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35B4BF-795E-CE88-F435-538965D53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883" y="1793543"/>
                <a:ext cx="425662" cy="184666"/>
              </a:xfrm>
              <a:prstGeom prst="rect">
                <a:avLst/>
              </a:prstGeom>
              <a:blipFill>
                <a:blip r:embed="rId46"/>
                <a:stretch>
                  <a:fillRect l="-14706" r="-1764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BC245D9-BD1A-2874-4615-E175F88424C7}"/>
                  </a:ext>
                </a:extLst>
              </p:cNvPr>
              <p:cNvSpPr txBox="1"/>
              <p:nvPr/>
            </p:nvSpPr>
            <p:spPr>
              <a:xfrm>
                <a:off x="7935179" y="175712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BC245D9-BD1A-2874-4615-E175F8842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179" y="1757124"/>
                <a:ext cx="425662" cy="184666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DF31268-E65D-EC70-02DA-3E812C0B1B67}"/>
                  </a:ext>
                </a:extLst>
              </p:cNvPr>
              <p:cNvSpPr txBox="1"/>
              <p:nvPr/>
            </p:nvSpPr>
            <p:spPr>
              <a:xfrm>
                <a:off x="8564476" y="1509694"/>
                <a:ext cx="42566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DF31268-E65D-EC70-02DA-3E812C0B1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476" y="1509694"/>
                <a:ext cx="425662" cy="184666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824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AA01E0-DF81-2871-4F72-D09623642AF4}"/>
              </a:ext>
            </a:extLst>
          </p:cNvPr>
          <p:cNvCxnSpPr/>
          <p:nvPr/>
        </p:nvCxnSpPr>
        <p:spPr>
          <a:xfrm>
            <a:off x="531429" y="4050219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/>
              <p:nvPr/>
            </p:nvSpPr>
            <p:spPr>
              <a:xfrm>
                <a:off x="4609290" y="3816132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3A65B1-1A7A-8DB1-C4EA-BBCA2D4D3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290" y="3816132"/>
                <a:ext cx="851324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21B64F-FF54-7367-E3AF-EA3F790762A7}"/>
              </a:ext>
            </a:extLst>
          </p:cNvPr>
          <p:cNvCxnSpPr/>
          <p:nvPr/>
        </p:nvCxnSpPr>
        <p:spPr>
          <a:xfrm flipV="1">
            <a:off x="2620281" y="2286798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/>
              <p:nvPr/>
            </p:nvSpPr>
            <p:spPr>
              <a:xfrm>
                <a:off x="2051124" y="1920234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156D2-62BC-BC90-A35B-006B4A85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124" y="1920234"/>
                <a:ext cx="1138313" cy="276999"/>
              </a:xfrm>
              <a:prstGeom prst="rect">
                <a:avLst/>
              </a:prstGeom>
              <a:blipFill>
                <a:blip r:embed="rId4"/>
                <a:stretch>
                  <a:fillRect t="-454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06AE0-B2B5-0534-2751-D2F9CD17E735}"/>
                  </a:ext>
                </a:extLst>
              </p:cNvPr>
              <p:cNvSpPr txBox="1"/>
              <p:nvPr/>
            </p:nvSpPr>
            <p:spPr>
              <a:xfrm>
                <a:off x="3764908" y="2512353"/>
                <a:ext cx="425662" cy="3468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706AE0-B2B5-0534-2751-D2F9CD17E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908" y="2512353"/>
                <a:ext cx="425662" cy="346890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9EE5A6-385F-A37F-2426-C0B0D7C2D78C}"/>
              </a:ext>
            </a:extLst>
          </p:cNvPr>
          <p:cNvCxnSpPr>
            <a:cxnSpLocks/>
          </p:cNvCxnSpPr>
          <p:nvPr/>
        </p:nvCxnSpPr>
        <p:spPr>
          <a:xfrm flipV="1">
            <a:off x="1370253" y="2859243"/>
            <a:ext cx="0" cy="1191218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6C2998-FE99-F5AA-0A60-B4B6908F5E90}"/>
              </a:ext>
            </a:extLst>
          </p:cNvPr>
          <p:cNvCxnSpPr>
            <a:cxnSpLocks/>
          </p:cNvCxnSpPr>
          <p:nvPr/>
        </p:nvCxnSpPr>
        <p:spPr>
          <a:xfrm flipH="1">
            <a:off x="1370253" y="3348752"/>
            <a:ext cx="12500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BAC072-95A0-D2B6-B65F-5B5A2B31D7A8}"/>
              </a:ext>
            </a:extLst>
          </p:cNvPr>
          <p:cNvCxnSpPr>
            <a:cxnSpLocks/>
          </p:cNvCxnSpPr>
          <p:nvPr/>
        </p:nvCxnSpPr>
        <p:spPr>
          <a:xfrm flipH="1">
            <a:off x="2620281" y="3350086"/>
            <a:ext cx="12500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C9BB71-8E9F-900D-96EC-77F56FA76921}"/>
              </a:ext>
            </a:extLst>
          </p:cNvPr>
          <p:cNvCxnSpPr>
            <a:cxnSpLocks/>
          </p:cNvCxnSpPr>
          <p:nvPr/>
        </p:nvCxnSpPr>
        <p:spPr>
          <a:xfrm flipV="1">
            <a:off x="3880303" y="2859243"/>
            <a:ext cx="0" cy="1191218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75D914-5D5D-3BE0-737C-F1B396124D61}"/>
                  </a:ext>
                </a:extLst>
              </p:cNvPr>
              <p:cNvSpPr txBox="1"/>
              <p:nvPr/>
            </p:nvSpPr>
            <p:spPr>
              <a:xfrm>
                <a:off x="1049993" y="2512353"/>
                <a:ext cx="425662" cy="3468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75D914-5D5D-3BE0-737C-F1B396124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93" y="2512353"/>
                <a:ext cx="425662" cy="346890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9D344C-2720-A129-44FA-A1D8DEADA712}"/>
                  </a:ext>
                </a:extLst>
              </p:cNvPr>
              <p:cNvSpPr txBox="1"/>
              <p:nvPr/>
            </p:nvSpPr>
            <p:spPr>
              <a:xfrm>
                <a:off x="2836790" y="2931220"/>
                <a:ext cx="425662" cy="3468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D9D344C-2720-A129-44FA-A1D8DEADA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90" y="2931220"/>
                <a:ext cx="425662" cy="346890"/>
              </a:xfrm>
              <a:prstGeom prst="rect">
                <a:avLst/>
              </a:prstGeom>
              <a:blipFill>
                <a:blip r:embed="rId7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B0F5FA7-F07A-8888-A1A1-2E92021CA3B1}"/>
              </a:ext>
            </a:extLst>
          </p:cNvPr>
          <p:cNvSpPr txBox="1"/>
          <p:nvPr/>
        </p:nvSpPr>
        <p:spPr>
          <a:xfrm>
            <a:off x="1285710" y="4093131"/>
            <a:ext cx="425662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-6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CCF074-DC53-E67E-8270-F2F72D4482AC}"/>
              </a:ext>
            </a:extLst>
          </p:cNvPr>
          <p:cNvSpPr txBox="1"/>
          <p:nvPr/>
        </p:nvSpPr>
        <p:spPr>
          <a:xfrm>
            <a:off x="3847022" y="4093131"/>
            <a:ext cx="425662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074B5C-759E-C4F1-64F2-5D51C2768722}"/>
              </a:ext>
            </a:extLst>
          </p:cNvPr>
          <p:cNvCxnSpPr/>
          <p:nvPr/>
        </p:nvCxnSpPr>
        <p:spPr>
          <a:xfrm>
            <a:off x="5809320" y="4050219"/>
            <a:ext cx="43190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1FA7930-889F-CE24-1923-79AA5EFA04B4}"/>
                  </a:ext>
                </a:extLst>
              </p:cNvPr>
              <p:cNvSpPr txBox="1"/>
              <p:nvPr/>
            </p:nvSpPr>
            <p:spPr>
              <a:xfrm>
                <a:off x="9887181" y="3858300"/>
                <a:ext cx="85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CA" b="0" i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1FA7930-889F-CE24-1923-79AA5EFA0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181" y="3858300"/>
                <a:ext cx="851324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09EABD-71D8-5CA6-3A70-38157A864F11}"/>
              </a:ext>
            </a:extLst>
          </p:cNvPr>
          <p:cNvCxnSpPr/>
          <p:nvPr/>
        </p:nvCxnSpPr>
        <p:spPr>
          <a:xfrm flipV="1">
            <a:off x="7898172" y="2286798"/>
            <a:ext cx="0" cy="209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D37B9D-C6C2-9E6D-B5A4-9CBEA4E8915A}"/>
                  </a:ext>
                </a:extLst>
              </p:cNvPr>
              <p:cNvSpPr txBox="1"/>
              <p:nvPr/>
            </p:nvSpPr>
            <p:spPr>
              <a:xfrm>
                <a:off x="7329015" y="1920234"/>
                <a:ext cx="1138313" cy="2769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D37B9D-C6C2-9E6D-B5A4-9CBEA4E89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015" y="1920234"/>
                <a:ext cx="1138313" cy="276999"/>
              </a:xfrm>
              <a:prstGeom prst="rect">
                <a:avLst/>
              </a:prstGeom>
              <a:blipFill>
                <a:blip r:embed="rId9"/>
                <a:stretch>
                  <a:fillRect t="-454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5C0E84-279E-E0F4-598E-6C83C55321AA}"/>
                  </a:ext>
                </a:extLst>
              </p:cNvPr>
              <p:cNvSpPr txBox="1"/>
              <p:nvPr/>
            </p:nvSpPr>
            <p:spPr>
              <a:xfrm>
                <a:off x="9400350" y="2916807"/>
                <a:ext cx="425662" cy="34624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5C0E84-279E-E0F4-598E-6C83C5532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350" y="2916807"/>
                <a:ext cx="425662" cy="346249"/>
              </a:xfrm>
              <a:prstGeom prst="rect">
                <a:avLst/>
              </a:prstGeom>
              <a:blipFill>
                <a:blip r:embed="rId10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886D2AC-6564-9BE4-6928-7A9896AC7129}"/>
              </a:ext>
            </a:extLst>
          </p:cNvPr>
          <p:cNvCxnSpPr>
            <a:cxnSpLocks/>
          </p:cNvCxnSpPr>
          <p:nvPr/>
        </p:nvCxnSpPr>
        <p:spPr>
          <a:xfrm flipH="1">
            <a:off x="6627354" y="3104665"/>
            <a:ext cx="2530840" cy="6928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828105-AEE6-33CC-0326-1F609C437278}"/>
              </a:ext>
            </a:extLst>
          </p:cNvPr>
          <p:cNvCxnSpPr>
            <a:cxnSpLocks/>
          </p:cNvCxnSpPr>
          <p:nvPr/>
        </p:nvCxnSpPr>
        <p:spPr>
          <a:xfrm flipV="1">
            <a:off x="9158194" y="2859243"/>
            <a:ext cx="0" cy="245422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9C2D5B-7168-B9F2-7056-BFF626B11FC3}"/>
                  </a:ext>
                </a:extLst>
              </p:cNvPr>
              <p:cNvSpPr txBox="1"/>
              <p:nvPr/>
            </p:nvSpPr>
            <p:spPr>
              <a:xfrm>
                <a:off x="5981626" y="3586688"/>
                <a:ext cx="425662" cy="346890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9C2D5B-7168-B9F2-7056-BFF626B11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626" y="3586688"/>
                <a:ext cx="425662" cy="346890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272B074-2F54-6773-02F5-566A592A4741}"/>
                  </a:ext>
                </a:extLst>
              </p:cNvPr>
              <p:cNvSpPr txBox="1"/>
              <p:nvPr/>
            </p:nvSpPr>
            <p:spPr>
              <a:xfrm>
                <a:off x="8254497" y="3367942"/>
                <a:ext cx="425662" cy="1384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272B074-2F54-6773-02F5-566A592A4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497" y="3367942"/>
                <a:ext cx="425662" cy="138499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31997EE-B5AC-22F7-164F-5605C8BF88E1}"/>
              </a:ext>
            </a:extLst>
          </p:cNvPr>
          <p:cNvSpPr txBox="1"/>
          <p:nvPr/>
        </p:nvSpPr>
        <p:spPr>
          <a:xfrm>
            <a:off x="6563601" y="4093131"/>
            <a:ext cx="425662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-6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77F3AF-922F-2252-145A-C34B8C9CF35C}"/>
              </a:ext>
            </a:extLst>
          </p:cNvPr>
          <p:cNvSpPr txBox="1"/>
          <p:nvPr/>
        </p:nvSpPr>
        <p:spPr>
          <a:xfrm>
            <a:off x="9124913" y="4093131"/>
            <a:ext cx="425662" cy="184666"/>
          </a:xfrm>
          <a:prstGeom prst="rect">
            <a:avLst/>
          </a:prstGeom>
          <a:solidFill>
            <a:schemeClr val="l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D75ECE-C26A-442F-5583-73D45A3F22FF}"/>
              </a:ext>
            </a:extLst>
          </p:cNvPr>
          <p:cNvCxnSpPr>
            <a:cxnSpLocks/>
          </p:cNvCxnSpPr>
          <p:nvPr/>
        </p:nvCxnSpPr>
        <p:spPr>
          <a:xfrm flipV="1">
            <a:off x="6634849" y="3797544"/>
            <a:ext cx="0" cy="245422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71ADFBA-3F9B-8D24-B35C-E995CECB8EB8}"/>
              </a:ext>
            </a:extLst>
          </p:cNvPr>
          <p:cNvCxnSpPr>
            <a:cxnSpLocks/>
          </p:cNvCxnSpPr>
          <p:nvPr/>
        </p:nvCxnSpPr>
        <p:spPr>
          <a:xfrm flipH="1">
            <a:off x="9124913" y="3104665"/>
            <a:ext cx="3366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9D87B06-333C-3B54-1D1C-C6320C282E1C}"/>
              </a:ext>
            </a:extLst>
          </p:cNvPr>
          <p:cNvCxnSpPr>
            <a:cxnSpLocks/>
          </p:cNvCxnSpPr>
          <p:nvPr/>
        </p:nvCxnSpPr>
        <p:spPr>
          <a:xfrm flipH="1">
            <a:off x="6290298" y="3797544"/>
            <a:ext cx="3366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541103-83AD-766F-C6FD-045B8AD3EDBF}"/>
              </a:ext>
            </a:extLst>
          </p:cNvPr>
          <p:cNvCxnSpPr>
            <a:cxnSpLocks/>
          </p:cNvCxnSpPr>
          <p:nvPr/>
        </p:nvCxnSpPr>
        <p:spPr>
          <a:xfrm flipH="1">
            <a:off x="9150699" y="2866738"/>
            <a:ext cx="5236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5ED759-C4C3-9554-5660-A8441A12F591}"/>
              </a:ext>
            </a:extLst>
          </p:cNvPr>
          <p:cNvCxnSpPr>
            <a:cxnSpLocks/>
          </p:cNvCxnSpPr>
          <p:nvPr/>
        </p:nvCxnSpPr>
        <p:spPr>
          <a:xfrm flipH="1">
            <a:off x="6118693" y="4044388"/>
            <a:ext cx="52365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F9A6E20-C41F-D252-CB18-99A32C7303D9}"/>
              </a:ext>
            </a:extLst>
          </p:cNvPr>
          <p:cNvCxnSpPr>
            <a:cxnSpLocks/>
          </p:cNvCxnSpPr>
          <p:nvPr/>
        </p:nvCxnSpPr>
        <p:spPr>
          <a:xfrm flipH="1">
            <a:off x="7968840" y="2866738"/>
            <a:ext cx="115607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533DA9F-D8D2-A7E9-1AC4-C2D2D8485A6F}"/>
                  </a:ext>
                </a:extLst>
              </p:cNvPr>
              <p:cNvSpPr txBox="1"/>
              <p:nvPr/>
            </p:nvSpPr>
            <p:spPr>
              <a:xfrm>
                <a:off x="7575042" y="2774405"/>
                <a:ext cx="257392" cy="184666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533DA9F-D8D2-A7E9-1AC4-C2D2D8485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42" y="2774405"/>
                <a:ext cx="257392" cy="184666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BA8443E-4139-85A8-28E9-155B17007048}"/>
              </a:ext>
            </a:extLst>
          </p:cNvPr>
          <p:cNvCxnSpPr>
            <a:cxnSpLocks/>
          </p:cNvCxnSpPr>
          <p:nvPr/>
        </p:nvCxnSpPr>
        <p:spPr>
          <a:xfrm flipH="1">
            <a:off x="8299025" y="3367942"/>
            <a:ext cx="3366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5D4243A-8CB5-3F38-B19B-3F041B88D59D}"/>
              </a:ext>
            </a:extLst>
          </p:cNvPr>
          <p:cNvCxnSpPr>
            <a:cxnSpLocks/>
          </p:cNvCxnSpPr>
          <p:nvPr/>
        </p:nvCxnSpPr>
        <p:spPr>
          <a:xfrm>
            <a:off x="8640481" y="3240311"/>
            <a:ext cx="0" cy="12763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C4AF606-51B8-F102-3B83-5F1BE0094A96}"/>
                  </a:ext>
                </a:extLst>
              </p:cNvPr>
              <p:cNvSpPr txBox="1"/>
              <p:nvPr/>
            </p:nvSpPr>
            <p:spPr>
              <a:xfrm>
                <a:off x="8660868" y="3255781"/>
                <a:ext cx="146214" cy="138499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9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C4AF606-51B8-F102-3B83-5F1BE0094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868" y="3255781"/>
                <a:ext cx="146214" cy="1384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90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unction&#10;&#10;Description automatically generated">
            <a:extLst>
              <a:ext uri="{FF2B5EF4-FFF2-40B4-BE49-F238E27FC236}">
                <a16:creationId xmlns:a16="http://schemas.microsoft.com/office/drawing/2014/main" id="{44B4F7D0-5C0F-E6F3-482F-C38280AF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837" y="1842701"/>
            <a:ext cx="6185072" cy="4064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616727-8E82-9DF7-F444-31A6493B738A}"/>
              </a:ext>
            </a:extLst>
          </p:cNvPr>
          <p:cNvSpPr/>
          <p:nvPr/>
        </p:nvSpPr>
        <p:spPr>
          <a:xfrm>
            <a:off x="5548893" y="1842701"/>
            <a:ext cx="1870842" cy="93542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6943FB-B30A-B24E-96D7-B2F9E1F8CAAB}"/>
                  </a:ext>
                </a:extLst>
              </p:cNvPr>
              <p:cNvSpPr txBox="1"/>
              <p:nvPr/>
            </p:nvSpPr>
            <p:spPr>
              <a:xfrm>
                <a:off x="5794574" y="2408621"/>
                <a:ext cx="1138313" cy="492443"/>
              </a:xfrm>
              <a:prstGeom prst="rect">
                <a:avLst/>
              </a:prstGeom>
              <a:solidFill>
                <a:schemeClr val="lt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en-CA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6943FB-B30A-B24E-96D7-B2F9E1F8C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574" y="2408621"/>
                <a:ext cx="1138313" cy="492443"/>
              </a:xfrm>
              <a:prstGeom prst="rect">
                <a:avLst/>
              </a:prstGeom>
              <a:blipFill>
                <a:blip r:embed="rId3"/>
                <a:stretch>
                  <a:fillRect r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014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66E41E-8F99-3B54-4560-E61A8B14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8633" y="1216241"/>
            <a:ext cx="14969266" cy="442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87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E311E-D49A-37F9-DEBD-E9A8D0379E70}"/>
              </a:ext>
            </a:extLst>
          </p:cNvPr>
          <p:cNvSpPr/>
          <p:nvPr/>
        </p:nvSpPr>
        <p:spPr>
          <a:xfrm>
            <a:off x="3112316" y="3783435"/>
            <a:ext cx="1802146" cy="10318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3DB066-D1B5-970C-7D92-52BC16480423}"/>
              </a:ext>
            </a:extLst>
          </p:cNvPr>
          <p:cNvCxnSpPr>
            <a:cxnSpLocks/>
          </p:cNvCxnSpPr>
          <p:nvPr/>
        </p:nvCxnSpPr>
        <p:spPr>
          <a:xfrm>
            <a:off x="2368112" y="4295163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48518-FC9A-28F1-8C4E-409F1E7AC7C8}"/>
                  </a:ext>
                </a:extLst>
              </p:cNvPr>
              <p:cNvSpPr txBox="1"/>
              <p:nvPr/>
            </p:nvSpPr>
            <p:spPr>
              <a:xfrm>
                <a:off x="2167869" y="394300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 b="0"/>
                  <a:t>x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48518-FC9A-28F1-8C4E-409F1E7AC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869" y="3943003"/>
                <a:ext cx="944447" cy="276999"/>
              </a:xfrm>
              <a:prstGeom prst="rect">
                <a:avLst/>
              </a:prstGeom>
              <a:blipFill>
                <a:blip r:embed="rId2"/>
                <a:stretch>
                  <a:fillRect l="-15484" t="-2888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F2C43A-9D08-5AE2-B8BF-61E772894495}"/>
                  </a:ext>
                </a:extLst>
              </p:cNvPr>
              <p:cNvSpPr txBox="1"/>
              <p:nvPr/>
            </p:nvSpPr>
            <p:spPr>
              <a:xfrm>
                <a:off x="5107297" y="3942188"/>
                <a:ext cx="1208820" cy="2934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/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F2C43A-9D08-5AE2-B8BF-61E77289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97" y="3942188"/>
                <a:ext cx="1208820" cy="293478"/>
              </a:xfrm>
              <a:prstGeom prst="rect">
                <a:avLst/>
              </a:prstGeom>
              <a:blipFill>
                <a:blip r:embed="rId3"/>
                <a:stretch>
                  <a:fillRect l="-12121" t="-20833" r="-46465" b="-47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79991-9DD6-E927-E449-C4B6D87D27F2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914462" y="4295163"/>
            <a:ext cx="14705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A77B59B-76CF-3DD7-E2F0-9FC1626AA9E7}"/>
              </a:ext>
            </a:extLst>
          </p:cNvPr>
          <p:cNvSpPr txBox="1"/>
          <p:nvPr/>
        </p:nvSpPr>
        <p:spPr>
          <a:xfrm>
            <a:off x="3500766" y="4140207"/>
            <a:ext cx="1137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LTI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1F5FA7-EC13-E5CF-DCF9-C1515FBAF5CE}"/>
                  </a:ext>
                </a:extLst>
              </p:cNvPr>
              <p:cNvSpPr txBox="1"/>
              <p:nvPr/>
            </p:nvSpPr>
            <p:spPr>
              <a:xfrm>
                <a:off x="7056799" y="3961533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/>
                  <a:t>z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1F5FA7-EC13-E5CF-DCF9-C1515FBAF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99" y="3961533"/>
                <a:ext cx="944447" cy="276999"/>
              </a:xfrm>
              <a:prstGeom prst="rect">
                <a:avLst/>
              </a:prstGeom>
              <a:blipFill>
                <a:blip r:embed="rId4"/>
                <a:stretch>
                  <a:fillRect l="-15484" t="-2888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7D743F28-43A5-EFEA-95C7-233428B1FB8A}"/>
              </a:ext>
            </a:extLst>
          </p:cNvPr>
          <p:cNvSpPr/>
          <p:nvPr/>
        </p:nvSpPr>
        <p:spPr>
          <a:xfrm>
            <a:off x="6385020" y="4155463"/>
            <a:ext cx="304800" cy="279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746BA4-ED7E-1CEC-9A74-1B531D9A1ADA}"/>
              </a:ext>
            </a:extLst>
          </p:cNvPr>
          <p:cNvCxnSpPr>
            <a:cxnSpLocks/>
          </p:cNvCxnSpPr>
          <p:nvPr/>
        </p:nvCxnSpPr>
        <p:spPr>
          <a:xfrm>
            <a:off x="6689820" y="4295163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inus 11">
            <a:extLst>
              <a:ext uri="{FF2B5EF4-FFF2-40B4-BE49-F238E27FC236}">
                <a16:creationId xmlns:a16="http://schemas.microsoft.com/office/drawing/2014/main" id="{9A9B8270-3EF5-97B8-1305-983BB086094F}"/>
              </a:ext>
            </a:extLst>
          </p:cNvPr>
          <p:cNvSpPr/>
          <p:nvPr/>
        </p:nvSpPr>
        <p:spPr>
          <a:xfrm>
            <a:off x="6198165" y="4430798"/>
            <a:ext cx="136620" cy="45719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7400BC-3D0D-3C1F-D3D3-2A92CA16622E}"/>
              </a:ext>
            </a:extLst>
          </p:cNvPr>
          <p:cNvSpPr txBox="1"/>
          <p:nvPr/>
        </p:nvSpPr>
        <p:spPr>
          <a:xfrm>
            <a:off x="6784131" y="4279598"/>
            <a:ext cx="9444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/>
              <a:t>+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AC6E1E-5A6E-7F1E-B0FA-2C9263EE2B12}"/>
              </a:ext>
            </a:extLst>
          </p:cNvPr>
          <p:cNvCxnSpPr>
            <a:cxnSpLocks/>
          </p:cNvCxnSpPr>
          <p:nvPr/>
        </p:nvCxnSpPr>
        <p:spPr>
          <a:xfrm>
            <a:off x="6537420" y="4430798"/>
            <a:ext cx="0" cy="416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B006D2-BACA-A21C-2985-AB45B1C341EA}"/>
                  </a:ext>
                </a:extLst>
              </p:cNvPr>
              <p:cNvSpPr txBox="1"/>
              <p:nvPr/>
            </p:nvSpPr>
            <p:spPr>
              <a:xfrm>
                <a:off x="6065196" y="4847335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CA"/>
                  <a:t>e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B006D2-BACA-A21C-2985-AB45B1C34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96" y="4847335"/>
                <a:ext cx="944447" cy="276999"/>
              </a:xfrm>
              <a:prstGeom prst="rect">
                <a:avLst/>
              </a:prstGeom>
              <a:blipFill>
                <a:blip r:embed="rId5"/>
                <a:stretch>
                  <a:fillRect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466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A6EAF1-97CB-E17B-0152-D749ED56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93950"/>
            <a:ext cx="2590800" cy="2070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51B902-8BFA-8E93-C903-AE8D61690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50" y="4424218"/>
            <a:ext cx="2578100" cy="185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C73077-7842-ED3B-7189-70E27DEE5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537" y="2419350"/>
            <a:ext cx="2590800" cy="204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AE9A41-B6AD-1EBF-50AB-99DB81C71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628" y="4432877"/>
            <a:ext cx="25781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29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0B76AB-7F1C-511C-76C8-1F4C07D406F9}"/>
              </a:ext>
            </a:extLst>
          </p:cNvPr>
          <p:cNvSpPr/>
          <p:nvPr/>
        </p:nvSpPr>
        <p:spPr>
          <a:xfrm>
            <a:off x="3112316" y="3783435"/>
            <a:ext cx="1802146" cy="10318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43760D-ED37-8EA3-68A6-FD34260AF850}"/>
              </a:ext>
            </a:extLst>
          </p:cNvPr>
          <p:cNvCxnSpPr>
            <a:cxnSpLocks/>
          </p:cNvCxnSpPr>
          <p:nvPr/>
        </p:nvCxnSpPr>
        <p:spPr>
          <a:xfrm>
            <a:off x="2368112" y="4295163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EF04BB-52DB-CD9D-985E-BBD4C8AF25D7}"/>
                  </a:ext>
                </a:extLst>
              </p:cNvPr>
              <p:cNvSpPr txBox="1"/>
              <p:nvPr/>
            </p:nvSpPr>
            <p:spPr>
              <a:xfrm>
                <a:off x="1604457" y="4151515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CA" b="0"/>
                  <a:t>x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EF04BB-52DB-CD9D-985E-BBD4C8AF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457" y="4151515"/>
                <a:ext cx="944447" cy="276999"/>
              </a:xfrm>
              <a:prstGeom prst="rect">
                <a:avLst/>
              </a:prstGeom>
              <a:blipFill>
                <a:blip r:embed="rId2"/>
                <a:stretch>
                  <a:fillRect t="-28889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DD43D1-EB6F-745E-DC46-169102C962BA}"/>
                  </a:ext>
                </a:extLst>
              </p:cNvPr>
              <p:cNvSpPr txBox="1"/>
              <p:nvPr/>
            </p:nvSpPr>
            <p:spPr>
              <a:xfrm>
                <a:off x="5850154" y="1253882"/>
                <a:ext cx="1208820" cy="2934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/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DD43D1-EB6F-745E-DC46-169102C96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154" y="1253882"/>
                <a:ext cx="1208820" cy="293478"/>
              </a:xfrm>
              <a:prstGeom prst="rect">
                <a:avLst/>
              </a:prstGeom>
              <a:blipFill>
                <a:blip r:embed="rId3"/>
                <a:stretch>
                  <a:fillRect l="-12121" t="-20833" r="-46465" b="-47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27339D-7F16-0581-9E61-F4B2E1AD4046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657319" y="1606857"/>
            <a:ext cx="14705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488C03-A834-2825-8BCE-E7FB3038FC98}"/>
              </a:ext>
            </a:extLst>
          </p:cNvPr>
          <p:cNvSpPr txBox="1"/>
          <p:nvPr/>
        </p:nvSpPr>
        <p:spPr>
          <a:xfrm>
            <a:off x="3267031" y="3856500"/>
            <a:ext cx="1428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Narrow-band</a:t>
            </a:r>
            <a:br>
              <a:rPr lang="en-US"/>
            </a:br>
            <a:r>
              <a:rPr lang="en-US"/>
              <a:t>filter</a:t>
            </a:r>
            <a:br>
              <a:rPr lang="en-US"/>
            </a:br>
            <a:r>
              <a:rPr lang="en-US"/>
              <a:t>(f, B</a:t>
            </a:r>
            <a:r>
              <a:rPr lang="en-US" baseline="-25000"/>
              <a:t>e</a:t>
            </a:r>
            <a:r>
              <a:rPr lang="en-US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421B4-39C5-4DF9-04FC-A8E9A479C9CB}"/>
                  </a:ext>
                </a:extLst>
              </p:cNvPr>
              <p:cNvSpPr txBox="1"/>
              <p:nvPr/>
            </p:nvSpPr>
            <p:spPr>
              <a:xfrm>
                <a:off x="7799656" y="1273227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CA"/>
                  <a:t>z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421B4-39C5-4DF9-04FC-A8E9A479C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56" y="1273227"/>
                <a:ext cx="944447" cy="276999"/>
              </a:xfrm>
              <a:prstGeom prst="rect">
                <a:avLst/>
              </a:prstGeom>
              <a:blipFill>
                <a:blip r:embed="rId4"/>
                <a:stretch>
                  <a:fillRect l="-14839" t="-2888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50068872-1565-8E5C-C600-183E98BB0249}"/>
              </a:ext>
            </a:extLst>
          </p:cNvPr>
          <p:cNvSpPr/>
          <p:nvPr/>
        </p:nvSpPr>
        <p:spPr>
          <a:xfrm>
            <a:off x="7127877" y="1467157"/>
            <a:ext cx="304800" cy="279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3449F8-D7D6-57EE-9AD2-B28F216C9470}"/>
              </a:ext>
            </a:extLst>
          </p:cNvPr>
          <p:cNvCxnSpPr>
            <a:cxnSpLocks/>
          </p:cNvCxnSpPr>
          <p:nvPr/>
        </p:nvCxnSpPr>
        <p:spPr>
          <a:xfrm>
            <a:off x="7432677" y="1606857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inus 10">
            <a:extLst>
              <a:ext uri="{FF2B5EF4-FFF2-40B4-BE49-F238E27FC236}">
                <a16:creationId xmlns:a16="http://schemas.microsoft.com/office/drawing/2014/main" id="{79B4651D-84C8-9D28-7C25-4F496A3A07D6}"/>
              </a:ext>
            </a:extLst>
          </p:cNvPr>
          <p:cNvSpPr/>
          <p:nvPr/>
        </p:nvSpPr>
        <p:spPr>
          <a:xfrm>
            <a:off x="6941022" y="1742492"/>
            <a:ext cx="136620" cy="45719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F8FC90-3FD4-8DD5-F658-1ADB89A0FBFF}"/>
              </a:ext>
            </a:extLst>
          </p:cNvPr>
          <p:cNvSpPr txBox="1"/>
          <p:nvPr/>
        </p:nvSpPr>
        <p:spPr>
          <a:xfrm>
            <a:off x="7526988" y="1591292"/>
            <a:ext cx="9444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/>
              <a:t>+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CD131E-D58C-70A9-F6DA-ED270D2C2E42}"/>
              </a:ext>
            </a:extLst>
          </p:cNvPr>
          <p:cNvCxnSpPr>
            <a:cxnSpLocks/>
          </p:cNvCxnSpPr>
          <p:nvPr/>
        </p:nvCxnSpPr>
        <p:spPr>
          <a:xfrm>
            <a:off x="7280277" y="1742492"/>
            <a:ext cx="0" cy="416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914C39-5330-913D-8180-A434730238EA}"/>
                  </a:ext>
                </a:extLst>
              </p:cNvPr>
              <p:cNvSpPr txBox="1"/>
              <p:nvPr/>
            </p:nvSpPr>
            <p:spPr>
              <a:xfrm>
                <a:off x="6808053" y="2159029"/>
                <a:ext cx="9444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CA"/>
                  <a:t>e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914C39-5330-913D-8180-A43473023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053" y="2159029"/>
                <a:ext cx="944447" cy="276999"/>
              </a:xfrm>
              <a:prstGeom prst="rect">
                <a:avLst/>
              </a:prstGeom>
              <a:blipFill>
                <a:blip r:embed="rId5"/>
                <a:stretch>
                  <a:fillRect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96D747-0333-FD1D-4B73-196597F4A7B1}"/>
              </a:ext>
            </a:extLst>
          </p:cNvPr>
          <p:cNvCxnSpPr>
            <a:cxnSpLocks/>
          </p:cNvCxnSpPr>
          <p:nvPr/>
        </p:nvCxnSpPr>
        <p:spPr>
          <a:xfrm>
            <a:off x="4914462" y="4310728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78D2B-06FD-711D-EC58-E2E761D584A2}"/>
              </a:ext>
            </a:extLst>
          </p:cNvPr>
          <p:cNvSpPr/>
          <p:nvPr/>
        </p:nvSpPr>
        <p:spPr>
          <a:xfrm>
            <a:off x="5678117" y="3916104"/>
            <a:ext cx="1208816" cy="7581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A4336D-BC52-30B5-F1EA-F9CA5B986A11}"/>
              </a:ext>
            </a:extLst>
          </p:cNvPr>
          <p:cNvSpPr txBox="1"/>
          <p:nvPr/>
        </p:nvSpPr>
        <p:spPr>
          <a:xfrm>
            <a:off x="5850154" y="4119570"/>
            <a:ext cx="90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squarer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0C9FF0-B869-DBF7-0585-5FB683AEAB6B}"/>
              </a:ext>
            </a:extLst>
          </p:cNvPr>
          <p:cNvCxnSpPr>
            <a:cxnSpLocks/>
          </p:cNvCxnSpPr>
          <p:nvPr/>
        </p:nvCxnSpPr>
        <p:spPr>
          <a:xfrm>
            <a:off x="6886933" y="4337627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99AC59-7F5C-4319-2B5E-A22F429C7F04}"/>
              </a:ext>
            </a:extLst>
          </p:cNvPr>
          <p:cNvSpPr/>
          <p:nvPr/>
        </p:nvSpPr>
        <p:spPr>
          <a:xfrm>
            <a:off x="7650588" y="3943003"/>
            <a:ext cx="1208816" cy="7581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6FE1A-BEE1-E84B-7F39-C5C128D3BC0B}"/>
                  </a:ext>
                </a:extLst>
              </p:cNvPr>
              <p:cNvSpPr txBox="1"/>
              <p:nvPr/>
            </p:nvSpPr>
            <p:spPr>
              <a:xfrm>
                <a:off x="7873449" y="3946606"/>
                <a:ext cx="763094" cy="715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6FE1A-BEE1-E84B-7F39-C5C128D3B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449" y="3946606"/>
                <a:ext cx="763094" cy="7152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11D96C-F736-525B-4049-D2001162ADB0}"/>
              </a:ext>
            </a:extLst>
          </p:cNvPr>
          <p:cNvCxnSpPr>
            <a:cxnSpLocks/>
          </p:cNvCxnSpPr>
          <p:nvPr/>
        </p:nvCxnSpPr>
        <p:spPr>
          <a:xfrm>
            <a:off x="8859404" y="4337627"/>
            <a:ext cx="733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74583A-3514-0C2C-CA5B-CBF964E8E688}"/>
                  </a:ext>
                </a:extLst>
              </p:cNvPr>
              <p:cNvSpPr txBox="1"/>
              <p:nvPr/>
            </p:nvSpPr>
            <p:spPr>
              <a:xfrm>
                <a:off x="9704440" y="4199127"/>
                <a:ext cx="1015674" cy="28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𝑀𝑆𝑉</m:t>
                        </m:r>
                      </m:e>
                    </m:acc>
                  </m:oMath>
                </a14:m>
                <a:r>
                  <a:rPr lang="en-US"/>
                  <a:t>(f, B</a:t>
                </a:r>
                <a:r>
                  <a:rPr lang="en-US" baseline="-25000"/>
                  <a:t>e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74583A-3514-0C2C-CA5B-CBF964E8E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440" y="4199127"/>
                <a:ext cx="1015674" cy="286297"/>
              </a:xfrm>
              <a:prstGeom prst="rect">
                <a:avLst/>
              </a:prstGeom>
              <a:blipFill>
                <a:blip r:embed="rId7"/>
                <a:stretch>
                  <a:fillRect l="-5988" t="-23404" r="-11976" b="-4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A8E511-DC29-B241-3A37-A731DD312F5E}"/>
              </a:ext>
            </a:extLst>
          </p:cNvPr>
          <p:cNvCxnSpPr/>
          <p:nvPr/>
        </p:nvCxnSpPr>
        <p:spPr>
          <a:xfrm>
            <a:off x="3267031" y="5112774"/>
            <a:ext cx="0" cy="10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50EF487-A758-9568-3966-8D1F01A443E1}"/>
              </a:ext>
            </a:extLst>
          </p:cNvPr>
          <p:cNvCxnSpPr/>
          <p:nvPr/>
        </p:nvCxnSpPr>
        <p:spPr>
          <a:xfrm>
            <a:off x="3112316" y="5987845"/>
            <a:ext cx="1583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E07693-BA75-4E33-2739-3E4986D4F260}"/>
              </a:ext>
            </a:extLst>
          </p:cNvPr>
          <p:cNvCxnSpPr/>
          <p:nvPr/>
        </p:nvCxnSpPr>
        <p:spPr>
          <a:xfrm flipV="1">
            <a:off x="3785419" y="5619135"/>
            <a:ext cx="0" cy="36871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8BB43A-322A-AA89-B23E-6C8969A4396F}"/>
              </a:ext>
            </a:extLst>
          </p:cNvPr>
          <p:cNvCxnSpPr/>
          <p:nvPr/>
        </p:nvCxnSpPr>
        <p:spPr>
          <a:xfrm flipV="1">
            <a:off x="4252450" y="5619135"/>
            <a:ext cx="0" cy="36871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939ED03-9239-8F4E-AAC0-64E988AA6A65}"/>
              </a:ext>
            </a:extLst>
          </p:cNvPr>
          <p:cNvCxnSpPr>
            <a:cxnSpLocks/>
          </p:cNvCxnSpPr>
          <p:nvPr/>
        </p:nvCxnSpPr>
        <p:spPr>
          <a:xfrm flipH="1">
            <a:off x="3785419" y="5619135"/>
            <a:ext cx="46703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746E10-9A03-8D31-2B08-F8F217DBB282}"/>
              </a:ext>
            </a:extLst>
          </p:cNvPr>
          <p:cNvSpPr txBox="1"/>
          <p:nvPr/>
        </p:nvSpPr>
        <p:spPr>
          <a:xfrm>
            <a:off x="3541165" y="6002593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0247AB-BF62-65E3-7E2B-19A5E95CFAC9}"/>
              </a:ext>
            </a:extLst>
          </p:cNvPr>
          <p:cNvSpPr txBox="1"/>
          <p:nvPr/>
        </p:nvSpPr>
        <p:spPr>
          <a:xfrm>
            <a:off x="3541165" y="5288596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B</a:t>
            </a:r>
            <a:r>
              <a:rPr lang="en-US" sz="1400" baseline="-25000"/>
              <a:t>e</a:t>
            </a:r>
            <a:endParaRPr lang="en-US" sz="14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F47AFF-354E-85C0-C60B-1DA9DBFA19B5}"/>
              </a:ext>
            </a:extLst>
          </p:cNvPr>
          <p:cNvCxnSpPr/>
          <p:nvPr/>
        </p:nvCxnSpPr>
        <p:spPr>
          <a:xfrm>
            <a:off x="3785419" y="5525945"/>
            <a:ext cx="4670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3477823-52CB-5C66-0680-F5BE59A3101D}"/>
              </a:ext>
            </a:extLst>
          </p:cNvPr>
          <p:cNvSpPr txBox="1"/>
          <p:nvPr/>
        </p:nvSpPr>
        <p:spPr>
          <a:xfrm>
            <a:off x="4303807" y="5880123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7E6A24-4B9C-C36F-D02D-A51E00EA4E48}"/>
              </a:ext>
            </a:extLst>
          </p:cNvPr>
          <p:cNvCxnSpPr/>
          <p:nvPr/>
        </p:nvCxnSpPr>
        <p:spPr>
          <a:xfrm>
            <a:off x="9501533" y="5112774"/>
            <a:ext cx="0" cy="101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A94CEE-0718-A61D-F8CE-97DF73CA1AAB}"/>
              </a:ext>
            </a:extLst>
          </p:cNvPr>
          <p:cNvCxnSpPr/>
          <p:nvPr/>
        </p:nvCxnSpPr>
        <p:spPr>
          <a:xfrm>
            <a:off x="9346818" y="5987845"/>
            <a:ext cx="1583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573493-DAB4-CB36-A671-846FA3787293}"/>
              </a:ext>
            </a:extLst>
          </p:cNvPr>
          <p:cNvCxnSpPr/>
          <p:nvPr/>
        </p:nvCxnSpPr>
        <p:spPr>
          <a:xfrm flipV="1">
            <a:off x="10019921" y="5619135"/>
            <a:ext cx="0" cy="36871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197084-1777-C64B-D65F-DAFCB1C6954D}"/>
              </a:ext>
            </a:extLst>
          </p:cNvPr>
          <p:cNvCxnSpPr/>
          <p:nvPr/>
        </p:nvCxnSpPr>
        <p:spPr>
          <a:xfrm flipV="1">
            <a:off x="10486952" y="5619135"/>
            <a:ext cx="0" cy="36871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C09E35-CEB4-FEA8-9F00-4B875030DA4D}"/>
              </a:ext>
            </a:extLst>
          </p:cNvPr>
          <p:cNvSpPr txBox="1"/>
          <p:nvPr/>
        </p:nvSpPr>
        <p:spPr>
          <a:xfrm>
            <a:off x="9775667" y="6002593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60893B-8E18-0A51-9DB5-C9E832A0F72A}"/>
              </a:ext>
            </a:extLst>
          </p:cNvPr>
          <p:cNvSpPr txBox="1"/>
          <p:nvPr/>
        </p:nvSpPr>
        <p:spPr>
          <a:xfrm>
            <a:off x="9775666" y="5189261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B</a:t>
            </a:r>
            <a:r>
              <a:rPr lang="en-US" sz="1400" baseline="-25000"/>
              <a:t>e</a:t>
            </a:r>
            <a:endParaRPr lang="en-US" sz="140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837292-A58D-D769-CD8F-125990643B1F}"/>
              </a:ext>
            </a:extLst>
          </p:cNvPr>
          <p:cNvCxnSpPr/>
          <p:nvPr/>
        </p:nvCxnSpPr>
        <p:spPr>
          <a:xfrm>
            <a:off x="10019920" y="5426610"/>
            <a:ext cx="4670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1B0C12D-2740-28E2-5335-3ED8AAFC07E2}"/>
              </a:ext>
            </a:extLst>
          </p:cNvPr>
          <p:cNvSpPr txBox="1"/>
          <p:nvPr/>
        </p:nvSpPr>
        <p:spPr>
          <a:xfrm>
            <a:off x="10538309" y="5880123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13D210-94E1-BD2E-B1A8-B249602817B8}"/>
                  </a:ext>
                </a:extLst>
              </p:cNvPr>
              <p:cNvSpPr txBox="1"/>
              <p:nvPr/>
            </p:nvSpPr>
            <p:spPr>
              <a:xfrm>
                <a:off x="9075474" y="4821565"/>
                <a:ext cx="94444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13D210-94E1-BD2E-B1A8-B24960281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474" y="4821565"/>
                <a:ext cx="944447" cy="215444"/>
              </a:xfrm>
              <a:prstGeom prst="rect">
                <a:avLst/>
              </a:prstGeom>
              <a:blipFill>
                <a:blip r:embed="rId8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>
            <a:extLst>
              <a:ext uri="{FF2B5EF4-FFF2-40B4-BE49-F238E27FC236}">
                <a16:creationId xmlns:a16="http://schemas.microsoft.com/office/drawing/2014/main" id="{75FD4A2B-D518-6B53-32B7-93A9099D1EFE}"/>
              </a:ext>
            </a:extLst>
          </p:cNvPr>
          <p:cNvSpPr/>
          <p:nvPr/>
        </p:nvSpPr>
        <p:spPr>
          <a:xfrm>
            <a:off x="9517487" y="5601653"/>
            <a:ext cx="1481071" cy="219598"/>
          </a:xfrm>
          <a:custGeom>
            <a:avLst/>
            <a:gdLst>
              <a:gd name="connsiteX0" fmla="*/ 0 w 1481071"/>
              <a:gd name="connsiteY0" fmla="*/ 219598 h 219598"/>
              <a:gd name="connsiteX1" fmla="*/ 283336 w 1481071"/>
              <a:gd name="connsiteY1" fmla="*/ 65051 h 219598"/>
              <a:gd name="connsiteX2" fmla="*/ 682581 w 1481071"/>
              <a:gd name="connsiteY2" fmla="*/ 657 h 219598"/>
              <a:gd name="connsiteX3" fmla="*/ 1171978 w 1481071"/>
              <a:gd name="connsiteY3" fmla="*/ 39293 h 219598"/>
              <a:gd name="connsiteX4" fmla="*/ 1481071 w 1481071"/>
              <a:gd name="connsiteY4" fmla="*/ 155203 h 21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071" h="219598">
                <a:moveTo>
                  <a:pt x="0" y="219598"/>
                </a:moveTo>
                <a:cubicBezTo>
                  <a:pt x="84786" y="160569"/>
                  <a:pt x="169573" y="101541"/>
                  <a:pt x="283336" y="65051"/>
                </a:cubicBezTo>
                <a:cubicBezTo>
                  <a:pt x="397099" y="28561"/>
                  <a:pt x="534474" y="4950"/>
                  <a:pt x="682581" y="657"/>
                </a:cubicBezTo>
                <a:cubicBezTo>
                  <a:pt x="830688" y="-3636"/>
                  <a:pt x="1038896" y="13535"/>
                  <a:pt x="1171978" y="39293"/>
                </a:cubicBezTo>
                <a:cubicBezTo>
                  <a:pt x="1305060" y="65051"/>
                  <a:pt x="1427409" y="105834"/>
                  <a:pt x="1481071" y="1552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9847CC-68F0-C96E-CB4D-4172129C6D97}"/>
              </a:ext>
            </a:extLst>
          </p:cNvPr>
          <p:cNvSpPr/>
          <p:nvPr/>
        </p:nvSpPr>
        <p:spPr>
          <a:xfrm>
            <a:off x="10019920" y="5619135"/>
            <a:ext cx="467031" cy="368710"/>
          </a:xfrm>
          <a:prstGeom prst="rect">
            <a:avLst/>
          </a:prstGeom>
          <a:pattFill prst="wdDn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87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riangle 43">
            <a:extLst>
              <a:ext uri="{FF2B5EF4-FFF2-40B4-BE49-F238E27FC236}">
                <a16:creationId xmlns:a16="http://schemas.microsoft.com/office/drawing/2014/main" id="{39B91887-2A8C-95C7-7AF1-300B2BA856F4}"/>
              </a:ext>
            </a:extLst>
          </p:cNvPr>
          <p:cNvSpPr/>
          <p:nvPr/>
        </p:nvSpPr>
        <p:spPr>
          <a:xfrm>
            <a:off x="6110272" y="3387260"/>
            <a:ext cx="314959" cy="342022"/>
          </a:xfrm>
          <a:prstGeom prst="triangle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502B184-080B-C5E8-2117-471E6571F420}"/>
              </a:ext>
            </a:extLst>
          </p:cNvPr>
          <p:cNvSpPr/>
          <p:nvPr/>
        </p:nvSpPr>
        <p:spPr>
          <a:xfrm>
            <a:off x="6096000" y="3729282"/>
            <a:ext cx="341210" cy="546141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774F121-93EE-047D-4181-598D3E722DB6}"/>
              </a:ext>
            </a:extLst>
          </p:cNvPr>
          <p:cNvCxnSpPr>
            <a:cxnSpLocks/>
          </p:cNvCxnSpPr>
          <p:nvPr/>
        </p:nvCxnSpPr>
        <p:spPr>
          <a:xfrm>
            <a:off x="5153977" y="3291840"/>
            <a:ext cx="0" cy="1529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5FA19D-4D53-3681-155C-31998F8B3561}"/>
              </a:ext>
            </a:extLst>
          </p:cNvPr>
          <p:cNvCxnSpPr>
            <a:cxnSpLocks/>
          </p:cNvCxnSpPr>
          <p:nvPr/>
        </p:nvCxnSpPr>
        <p:spPr>
          <a:xfrm>
            <a:off x="3150524" y="4275423"/>
            <a:ext cx="42145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CFED23-9E24-BEB4-507B-5E72400C13CC}"/>
              </a:ext>
            </a:extLst>
          </p:cNvPr>
          <p:cNvCxnSpPr>
            <a:cxnSpLocks/>
          </p:cNvCxnSpPr>
          <p:nvPr/>
        </p:nvCxnSpPr>
        <p:spPr>
          <a:xfrm flipV="1">
            <a:off x="10019921" y="5619135"/>
            <a:ext cx="0" cy="36871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5B02D-BA36-3F18-E970-3546A3ECA704}"/>
              </a:ext>
            </a:extLst>
          </p:cNvPr>
          <p:cNvCxnSpPr>
            <a:cxnSpLocks/>
          </p:cNvCxnSpPr>
          <p:nvPr/>
        </p:nvCxnSpPr>
        <p:spPr>
          <a:xfrm flipV="1">
            <a:off x="10486952" y="5619135"/>
            <a:ext cx="0" cy="36871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C0C7C89-EAFE-F438-0807-0A0E41FB2CA8}"/>
              </a:ext>
            </a:extLst>
          </p:cNvPr>
          <p:cNvSpPr txBox="1"/>
          <p:nvPr/>
        </p:nvSpPr>
        <p:spPr>
          <a:xfrm>
            <a:off x="5795529" y="4344607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DEB1A-D824-854A-3F44-8AB141552205}"/>
              </a:ext>
            </a:extLst>
          </p:cNvPr>
          <p:cNvSpPr txBox="1"/>
          <p:nvPr/>
        </p:nvSpPr>
        <p:spPr>
          <a:xfrm>
            <a:off x="9775666" y="5189261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B</a:t>
            </a:r>
            <a:r>
              <a:rPr lang="en-US" sz="1400" baseline="-25000"/>
              <a:t>e</a:t>
            </a:r>
            <a:endParaRPr lang="en-US" sz="14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B893FD-DE81-AB66-05A1-7366286783A7}"/>
              </a:ext>
            </a:extLst>
          </p:cNvPr>
          <p:cNvCxnSpPr>
            <a:cxnSpLocks/>
          </p:cNvCxnSpPr>
          <p:nvPr/>
        </p:nvCxnSpPr>
        <p:spPr>
          <a:xfrm>
            <a:off x="10019920" y="5426610"/>
            <a:ext cx="4670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97CBFD-D066-7E6D-A3F6-76E86AD3E8B0}"/>
              </a:ext>
            </a:extLst>
          </p:cNvPr>
          <p:cNvSpPr txBox="1"/>
          <p:nvPr/>
        </p:nvSpPr>
        <p:spPr>
          <a:xfrm>
            <a:off x="7157431" y="4167701"/>
            <a:ext cx="94444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f</a:t>
            </a:r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0BE906-867E-0FC8-E316-1CC8A27228D7}"/>
                  </a:ext>
                </a:extLst>
              </p:cNvPr>
              <p:cNvSpPr txBox="1"/>
              <p:nvPr/>
            </p:nvSpPr>
            <p:spPr>
              <a:xfrm>
                <a:off x="4681753" y="2992765"/>
                <a:ext cx="94444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0BE906-867E-0FC8-E316-1CC8A2722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753" y="2992765"/>
                <a:ext cx="944447" cy="215444"/>
              </a:xfrm>
              <a:prstGeom prst="rect">
                <a:avLst/>
              </a:prstGeom>
              <a:blipFill>
                <a:blip r:embed="rId3"/>
                <a:stretch>
                  <a:fillRect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>
            <a:extLst>
              <a:ext uri="{FF2B5EF4-FFF2-40B4-BE49-F238E27FC236}">
                <a16:creationId xmlns:a16="http://schemas.microsoft.com/office/drawing/2014/main" id="{664EB698-751C-431B-FDA4-C1C3750603CF}"/>
              </a:ext>
            </a:extLst>
          </p:cNvPr>
          <p:cNvSpPr/>
          <p:nvPr/>
        </p:nvSpPr>
        <p:spPr>
          <a:xfrm>
            <a:off x="9517487" y="5601653"/>
            <a:ext cx="1481071" cy="219598"/>
          </a:xfrm>
          <a:custGeom>
            <a:avLst/>
            <a:gdLst>
              <a:gd name="connsiteX0" fmla="*/ 0 w 1481071"/>
              <a:gd name="connsiteY0" fmla="*/ 219598 h 219598"/>
              <a:gd name="connsiteX1" fmla="*/ 283336 w 1481071"/>
              <a:gd name="connsiteY1" fmla="*/ 65051 h 219598"/>
              <a:gd name="connsiteX2" fmla="*/ 682581 w 1481071"/>
              <a:gd name="connsiteY2" fmla="*/ 657 h 219598"/>
              <a:gd name="connsiteX3" fmla="*/ 1171978 w 1481071"/>
              <a:gd name="connsiteY3" fmla="*/ 39293 h 219598"/>
              <a:gd name="connsiteX4" fmla="*/ 1481071 w 1481071"/>
              <a:gd name="connsiteY4" fmla="*/ 155203 h 21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071" h="219598">
                <a:moveTo>
                  <a:pt x="0" y="219598"/>
                </a:moveTo>
                <a:cubicBezTo>
                  <a:pt x="84786" y="160569"/>
                  <a:pt x="169573" y="101541"/>
                  <a:pt x="283336" y="65051"/>
                </a:cubicBezTo>
                <a:cubicBezTo>
                  <a:pt x="397099" y="28561"/>
                  <a:pt x="534474" y="4950"/>
                  <a:pt x="682581" y="657"/>
                </a:cubicBezTo>
                <a:cubicBezTo>
                  <a:pt x="830688" y="-3636"/>
                  <a:pt x="1038896" y="13535"/>
                  <a:pt x="1171978" y="39293"/>
                </a:cubicBezTo>
                <a:cubicBezTo>
                  <a:pt x="1305060" y="65051"/>
                  <a:pt x="1427409" y="105834"/>
                  <a:pt x="1481071" y="1552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8856835-38BB-C556-05EE-B0269979C7AE}"/>
              </a:ext>
            </a:extLst>
          </p:cNvPr>
          <p:cNvSpPr/>
          <p:nvPr/>
        </p:nvSpPr>
        <p:spPr>
          <a:xfrm>
            <a:off x="5153891" y="3366655"/>
            <a:ext cx="1113905" cy="839585"/>
          </a:xfrm>
          <a:custGeom>
            <a:avLst/>
            <a:gdLst>
              <a:gd name="connsiteX0" fmla="*/ 0 w 1113905"/>
              <a:gd name="connsiteY0" fmla="*/ 839585 h 839585"/>
              <a:gd name="connsiteX1" fmla="*/ 689956 w 1113905"/>
              <a:gd name="connsiteY1" fmla="*/ 681643 h 839585"/>
              <a:gd name="connsiteX2" fmla="*/ 1113905 w 1113905"/>
              <a:gd name="connsiteY2" fmla="*/ 0 h 83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3905" h="839585">
                <a:moveTo>
                  <a:pt x="0" y="839585"/>
                </a:moveTo>
                <a:cubicBezTo>
                  <a:pt x="252152" y="830579"/>
                  <a:pt x="504305" y="821574"/>
                  <a:pt x="689956" y="681643"/>
                </a:cubicBezTo>
                <a:cubicBezTo>
                  <a:pt x="875607" y="541712"/>
                  <a:pt x="994756" y="270856"/>
                  <a:pt x="11139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0E77672-8842-1DA7-F14A-0964456E80DD}"/>
              </a:ext>
            </a:extLst>
          </p:cNvPr>
          <p:cNvSpPr/>
          <p:nvPr/>
        </p:nvSpPr>
        <p:spPr>
          <a:xfrm flipH="1">
            <a:off x="6267753" y="3366655"/>
            <a:ext cx="1113905" cy="839585"/>
          </a:xfrm>
          <a:custGeom>
            <a:avLst/>
            <a:gdLst>
              <a:gd name="connsiteX0" fmla="*/ 0 w 1113905"/>
              <a:gd name="connsiteY0" fmla="*/ 839585 h 839585"/>
              <a:gd name="connsiteX1" fmla="*/ 689956 w 1113905"/>
              <a:gd name="connsiteY1" fmla="*/ 681643 h 839585"/>
              <a:gd name="connsiteX2" fmla="*/ 1113905 w 1113905"/>
              <a:gd name="connsiteY2" fmla="*/ 0 h 83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3905" h="839585">
                <a:moveTo>
                  <a:pt x="0" y="839585"/>
                </a:moveTo>
                <a:cubicBezTo>
                  <a:pt x="252152" y="830579"/>
                  <a:pt x="504305" y="821574"/>
                  <a:pt x="689956" y="681643"/>
                </a:cubicBezTo>
                <a:cubicBezTo>
                  <a:pt x="875607" y="541712"/>
                  <a:pt x="994756" y="270856"/>
                  <a:pt x="11139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E88C139-2CB7-DC7B-B124-CFCF79C219EA}"/>
              </a:ext>
            </a:extLst>
          </p:cNvPr>
          <p:cNvSpPr/>
          <p:nvPr/>
        </p:nvSpPr>
        <p:spPr>
          <a:xfrm>
            <a:off x="2926124" y="3363839"/>
            <a:ext cx="1113905" cy="839585"/>
          </a:xfrm>
          <a:custGeom>
            <a:avLst/>
            <a:gdLst>
              <a:gd name="connsiteX0" fmla="*/ 0 w 1113905"/>
              <a:gd name="connsiteY0" fmla="*/ 839585 h 839585"/>
              <a:gd name="connsiteX1" fmla="*/ 689956 w 1113905"/>
              <a:gd name="connsiteY1" fmla="*/ 681643 h 839585"/>
              <a:gd name="connsiteX2" fmla="*/ 1113905 w 1113905"/>
              <a:gd name="connsiteY2" fmla="*/ 0 h 83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3905" h="839585">
                <a:moveTo>
                  <a:pt x="0" y="839585"/>
                </a:moveTo>
                <a:cubicBezTo>
                  <a:pt x="252152" y="830579"/>
                  <a:pt x="504305" y="821574"/>
                  <a:pt x="689956" y="681643"/>
                </a:cubicBezTo>
                <a:cubicBezTo>
                  <a:pt x="875607" y="541712"/>
                  <a:pt x="994756" y="270856"/>
                  <a:pt x="11139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FDC2FCE1-DE5C-F2F1-C52A-09452DEBC1CE}"/>
              </a:ext>
            </a:extLst>
          </p:cNvPr>
          <p:cNvSpPr/>
          <p:nvPr/>
        </p:nvSpPr>
        <p:spPr>
          <a:xfrm flipH="1">
            <a:off x="4039986" y="3363839"/>
            <a:ext cx="1113905" cy="839585"/>
          </a:xfrm>
          <a:custGeom>
            <a:avLst/>
            <a:gdLst>
              <a:gd name="connsiteX0" fmla="*/ 0 w 1113905"/>
              <a:gd name="connsiteY0" fmla="*/ 839585 h 839585"/>
              <a:gd name="connsiteX1" fmla="*/ 689956 w 1113905"/>
              <a:gd name="connsiteY1" fmla="*/ 681643 h 839585"/>
              <a:gd name="connsiteX2" fmla="*/ 1113905 w 1113905"/>
              <a:gd name="connsiteY2" fmla="*/ 0 h 83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3905" h="839585">
                <a:moveTo>
                  <a:pt x="0" y="839585"/>
                </a:moveTo>
                <a:cubicBezTo>
                  <a:pt x="252152" y="830579"/>
                  <a:pt x="504305" y="821574"/>
                  <a:pt x="689956" y="681643"/>
                </a:cubicBezTo>
                <a:cubicBezTo>
                  <a:pt x="875607" y="541712"/>
                  <a:pt x="994756" y="270856"/>
                  <a:pt x="11139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24082F-00CB-4B3F-B0BC-BF0E22F256FC}"/>
              </a:ext>
            </a:extLst>
          </p:cNvPr>
          <p:cNvCxnSpPr>
            <a:cxnSpLocks/>
          </p:cNvCxnSpPr>
          <p:nvPr/>
        </p:nvCxnSpPr>
        <p:spPr>
          <a:xfrm flipV="1">
            <a:off x="6328063" y="3520440"/>
            <a:ext cx="0" cy="756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194AF9-408E-9AAD-F038-3649C6068326}"/>
              </a:ext>
            </a:extLst>
          </p:cNvPr>
          <p:cNvCxnSpPr>
            <a:cxnSpLocks/>
          </p:cNvCxnSpPr>
          <p:nvPr/>
        </p:nvCxnSpPr>
        <p:spPr>
          <a:xfrm flipV="1">
            <a:off x="6211223" y="3520440"/>
            <a:ext cx="0" cy="756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riangle 41">
            <a:extLst>
              <a:ext uri="{FF2B5EF4-FFF2-40B4-BE49-F238E27FC236}">
                <a16:creationId xmlns:a16="http://schemas.microsoft.com/office/drawing/2014/main" id="{7CB9912B-EBC0-CE8D-1B55-60AE26CD5BCB}"/>
              </a:ext>
            </a:extLst>
          </p:cNvPr>
          <p:cNvSpPr/>
          <p:nvPr/>
        </p:nvSpPr>
        <p:spPr>
          <a:xfrm>
            <a:off x="6211223" y="3363839"/>
            <a:ext cx="116840" cy="156601"/>
          </a:xfrm>
          <a:prstGeom prst="triangle">
            <a:avLst/>
          </a:prstGeom>
          <a:pattFill prst="pct8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4152C1-8524-DDFB-8FA6-C68F5D84683C}"/>
              </a:ext>
            </a:extLst>
          </p:cNvPr>
          <p:cNvSpPr/>
          <p:nvPr/>
        </p:nvSpPr>
        <p:spPr>
          <a:xfrm>
            <a:off x="6211223" y="3520440"/>
            <a:ext cx="116840" cy="754983"/>
          </a:xfrm>
          <a:prstGeom prst="rect">
            <a:avLst/>
          </a:prstGeom>
          <a:pattFill prst="pct8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E9CE09-E5C3-7D00-195E-91AC72052F78}"/>
              </a:ext>
            </a:extLst>
          </p:cNvPr>
          <p:cNvSpPr txBox="1"/>
          <p:nvPr/>
        </p:nvSpPr>
        <p:spPr>
          <a:xfrm>
            <a:off x="5795529" y="3036114"/>
            <a:ext cx="4168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B</a:t>
            </a:r>
            <a:r>
              <a:rPr lang="en-CA" sz="1400" baseline="-25000"/>
              <a:t>e1</a:t>
            </a:r>
            <a:endParaRPr lang="en-US" sz="1400" baseline="-2500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A400D8-0430-58A5-25A4-6A2C6909CDC8}"/>
              </a:ext>
            </a:extLst>
          </p:cNvPr>
          <p:cNvCxnSpPr>
            <a:cxnSpLocks/>
          </p:cNvCxnSpPr>
          <p:nvPr/>
        </p:nvCxnSpPr>
        <p:spPr>
          <a:xfrm>
            <a:off x="6112165" y="3254710"/>
            <a:ext cx="116840" cy="11053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A4E2B48-7625-E854-59F9-E0C52A410A22}"/>
              </a:ext>
            </a:extLst>
          </p:cNvPr>
          <p:cNvSpPr txBox="1"/>
          <p:nvPr/>
        </p:nvSpPr>
        <p:spPr>
          <a:xfrm>
            <a:off x="6437210" y="3108896"/>
            <a:ext cx="41684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1400"/>
              <a:t>B</a:t>
            </a:r>
            <a:r>
              <a:rPr lang="en-CA" sz="1400" baseline="-25000"/>
              <a:t>e2</a:t>
            </a:r>
            <a:endParaRPr lang="en-US" sz="1400" baseline="-2500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E646A16-E090-8632-C8AA-5F87B50A418B}"/>
              </a:ext>
            </a:extLst>
          </p:cNvPr>
          <p:cNvCxnSpPr>
            <a:cxnSpLocks/>
          </p:cNvCxnSpPr>
          <p:nvPr/>
        </p:nvCxnSpPr>
        <p:spPr>
          <a:xfrm flipH="1">
            <a:off x="6409331" y="3327953"/>
            <a:ext cx="216576" cy="26661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47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619</Words>
  <Application>Microsoft Macintosh PowerPoint</Application>
  <PresentationFormat>Widescreen</PresentationFormat>
  <Paragraphs>331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Englehart</dc:creator>
  <cp:lastModifiedBy>Kevin Englehart</cp:lastModifiedBy>
  <cp:revision>1</cp:revision>
  <dcterms:created xsi:type="dcterms:W3CDTF">2023-09-24T23:50:58Z</dcterms:created>
  <dcterms:modified xsi:type="dcterms:W3CDTF">2024-03-05T18:26:41Z</dcterms:modified>
</cp:coreProperties>
</file>